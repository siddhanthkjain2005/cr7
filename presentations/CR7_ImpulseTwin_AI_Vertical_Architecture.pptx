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05" d="100"/>
          <a:sy n="105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Nominal circuit</c:v>
          </c:tx>
          <c:spPr>
            <a:ln w="33338">
              <a:solidFill>
                <a:srgbClr val="0C8C98"/>
              </a:solidFill>
              <a:prstDash val="solid"/>
            </a:ln>
          </c:spPr>
          <c:marker>
            <c:symbol val="none"/>
          </c:marker>
          <c:xVal>
            <c:numRef>
              <c:f>'Chart Data'!$A$2:$A$442</c:f>
              <c:numCache>
                <c:formatCode>General</c:formatCode>
                <c:ptCount val="441"/>
                <c:pt idx="0">
                  <c:v>0</c:v>
                </c:pt>
                <c:pt idx="1">
                  <c:v>2.01005025126E-2</c:v>
                </c:pt>
                <c:pt idx="2">
                  <c:v>4.0201005025100003E-2</c:v>
                </c:pt>
                <c:pt idx="3">
                  <c:v>6.03015075377E-2</c:v>
                </c:pt>
                <c:pt idx="4">
                  <c:v>8.0402010050299996E-2</c:v>
                </c:pt>
                <c:pt idx="5">
                  <c:v>0.100502512563</c:v>
                </c:pt>
                <c:pt idx="6">
                  <c:v>0.120603015075</c:v>
                </c:pt>
                <c:pt idx="7">
                  <c:v>0.14070351758800001</c:v>
                </c:pt>
                <c:pt idx="8">
                  <c:v>0.16080402010100001</c:v>
                </c:pt>
                <c:pt idx="9">
                  <c:v>0.180904522613</c:v>
                </c:pt>
                <c:pt idx="10">
                  <c:v>0.20100502512599999</c:v>
                </c:pt>
                <c:pt idx="11">
                  <c:v>0.22110552763800001</c:v>
                </c:pt>
                <c:pt idx="12">
                  <c:v>0.24120603015100001</c:v>
                </c:pt>
                <c:pt idx="13">
                  <c:v>0.26130653266300002</c:v>
                </c:pt>
                <c:pt idx="14">
                  <c:v>0.28140703517600002</c:v>
                </c:pt>
                <c:pt idx="15">
                  <c:v>0.30150753768799998</c:v>
                </c:pt>
                <c:pt idx="16">
                  <c:v>0.32160804020099998</c:v>
                </c:pt>
                <c:pt idx="17">
                  <c:v>0.34170854271399997</c:v>
                </c:pt>
                <c:pt idx="18">
                  <c:v>0.36180904522599999</c:v>
                </c:pt>
                <c:pt idx="19">
                  <c:v>0.38190954773899999</c:v>
                </c:pt>
                <c:pt idx="20">
                  <c:v>0.40201005025100001</c:v>
                </c:pt>
                <c:pt idx="21">
                  <c:v>0.422110552764</c:v>
                </c:pt>
                <c:pt idx="22">
                  <c:v>0.44221105527600002</c:v>
                </c:pt>
                <c:pt idx="23">
                  <c:v>0.46231155778900002</c:v>
                </c:pt>
                <c:pt idx="24">
                  <c:v>0.48241206030200001</c:v>
                </c:pt>
                <c:pt idx="25">
                  <c:v>0.50251256281400003</c:v>
                </c:pt>
                <c:pt idx="26">
                  <c:v>0.52261306532700003</c:v>
                </c:pt>
                <c:pt idx="27">
                  <c:v>0.54271356783900004</c:v>
                </c:pt>
                <c:pt idx="28">
                  <c:v>0.56281407035200004</c:v>
                </c:pt>
                <c:pt idx="29">
                  <c:v>0.58291457286399995</c:v>
                </c:pt>
                <c:pt idx="30">
                  <c:v>0.60301507537700005</c:v>
                </c:pt>
                <c:pt idx="31">
                  <c:v>0.62311557788899996</c:v>
                </c:pt>
                <c:pt idx="32">
                  <c:v>0.64321608040199996</c:v>
                </c:pt>
                <c:pt idx="33">
                  <c:v>0.66331658291499995</c:v>
                </c:pt>
                <c:pt idx="34">
                  <c:v>0.68341708542699997</c:v>
                </c:pt>
                <c:pt idx="35">
                  <c:v>0.70351758793999997</c:v>
                </c:pt>
                <c:pt idx="36">
                  <c:v>0.72361809045199998</c:v>
                </c:pt>
                <c:pt idx="37">
                  <c:v>0.74371859296499998</c:v>
                </c:pt>
                <c:pt idx="38">
                  <c:v>0.763819095477</c:v>
                </c:pt>
                <c:pt idx="39">
                  <c:v>0.78391959798999999</c:v>
                </c:pt>
                <c:pt idx="40">
                  <c:v>0.80402010050299999</c:v>
                </c:pt>
                <c:pt idx="41">
                  <c:v>0.82412060301500001</c:v>
                </c:pt>
                <c:pt idx="42">
                  <c:v>0.844221105528</c:v>
                </c:pt>
                <c:pt idx="43">
                  <c:v>0.86432160804000002</c:v>
                </c:pt>
                <c:pt idx="44">
                  <c:v>0.88442211055300002</c:v>
                </c:pt>
                <c:pt idx="45">
                  <c:v>0.90452261306500004</c:v>
                </c:pt>
                <c:pt idx="46">
                  <c:v>0.92462311557800003</c:v>
                </c:pt>
                <c:pt idx="47">
                  <c:v>0.94472361809000005</c:v>
                </c:pt>
                <c:pt idx="48">
                  <c:v>0.96482412060300005</c:v>
                </c:pt>
                <c:pt idx="49">
                  <c:v>0.98492462311600004</c:v>
                </c:pt>
                <c:pt idx="50">
                  <c:v>1.00502512563</c:v>
                </c:pt>
                <c:pt idx="51">
                  <c:v>1.0251256281400001</c:v>
                </c:pt>
                <c:pt idx="52">
                  <c:v>1.0452261306499999</c:v>
                </c:pt>
                <c:pt idx="53">
                  <c:v>1.06532663317</c:v>
                </c:pt>
                <c:pt idx="54">
                  <c:v>1.08542713568</c:v>
                </c:pt>
                <c:pt idx="55">
                  <c:v>1.1055276381900001</c:v>
                </c:pt>
                <c:pt idx="56">
                  <c:v>1.1256281406999999</c:v>
                </c:pt>
                <c:pt idx="57">
                  <c:v>1.14572864322</c:v>
                </c:pt>
                <c:pt idx="58">
                  <c:v>1.1658291457300001</c:v>
                </c:pt>
                <c:pt idx="59">
                  <c:v>1.1859296482399999</c:v>
                </c:pt>
                <c:pt idx="60">
                  <c:v>1.20603015075</c:v>
                </c:pt>
                <c:pt idx="61">
                  <c:v>1.22613065327</c:v>
                </c:pt>
                <c:pt idx="62">
                  <c:v>1.2462311557800001</c:v>
                </c:pt>
                <c:pt idx="63">
                  <c:v>1.2663316582899999</c:v>
                </c:pt>
                <c:pt idx="64">
                  <c:v>1.2864321608</c:v>
                </c:pt>
                <c:pt idx="65">
                  <c:v>1.3065326633200001</c:v>
                </c:pt>
                <c:pt idx="66">
                  <c:v>1.3266331658299999</c:v>
                </c:pt>
                <c:pt idx="67">
                  <c:v>1.34673366834</c:v>
                </c:pt>
                <c:pt idx="68">
                  <c:v>1.36683417085</c:v>
                </c:pt>
                <c:pt idx="69">
                  <c:v>1.3869346733700001</c:v>
                </c:pt>
                <c:pt idx="70">
                  <c:v>1.4070351758799999</c:v>
                </c:pt>
                <c:pt idx="71">
                  <c:v>1.42713567839</c:v>
                </c:pt>
                <c:pt idx="72">
                  <c:v>1.4472361809000001</c:v>
                </c:pt>
                <c:pt idx="73">
                  <c:v>1.4673366834199999</c:v>
                </c:pt>
                <c:pt idx="74">
                  <c:v>1.48743718593</c:v>
                </c:pt>
                <c:pt idx="75">
                  <c:v>1.50753768844</c:v>
                </c:pt>
                <c:pt idx="76">
                  <c:v>1.5276381909500001</c:v>
                </c:pt>
                <c:pt idx="77">
                  <c:v>1.5477386934699999</c:v>
                </c:pt>
                <c:pt idx="78">
                  <c:v>1.56783919598</c:v>
                </c:pt>
                <c:pt idx="79">
                  <c:v>1.5879396984900001</c:v>
                </c:pt>
                <c:pt idx="80">
                  <c:v>1.6080402010099999</c:v>
                </c:pt>
                <c:pt idx="81">
                  <c:v>1.62814070352</c:v>
                </c:pt>
                <c:pt idx="82">
                  <c:v>1.64824120603</c:v>
                </c:pt>
                <c:pt idx="83">
                  <c:v>1.6683417085400001</c:v>
                </c:pt>
                <c:pt idx="84">
                  <c:v>1.6884422110599999</c:v>
                </c:pt>
                <c:pt idx="85">
                  <c:v>1.70854271357</c:v>
                </c:pt>
                <c:pt idx="86">
                  <c:v>1.72864321608</c:v>
                </c:pt>
                <c:pt idx="87">
                  <c:v>1.7487437185900001</c:v>
                </c:pt>
                <c:pt idx="88">
                  <c:v>1.7688442211099999</c:v>
                </c:pt>
                <c:pt idx="89">
                  <c:v>1.78894472362</c:v>
                </c:pt>
                <c:pt idx="90">
                  <c:v>1.8090452261300001</c:v>
                </c:pt>
                <c:pt idx="91">
                  <c:v>1.8291457286399999</c:v>
                </c:pt>
                <c:pt idx="92">
                  <c:v>1.84924623116</c:v>
                </c:pt>
                <c:pt idx="93">
                  <c:v>1.86934673367</c:v>
                </c:pt>
                <c:pt idx="94">
                  <c:v>1.8894472361800001</c:v>
                </c:pt>
                <c:pt idx="95">
                  <c:v>1.9095477386899999</c:v>
                </c:pt>
                <c:pt idx="96">
                  <c:v>1.92964824121</c:v>
                </c:pt>
                <c:pt idx="97">
                  <c:v>1.9497487437200001</c:v>
                </c:pt>
                <c:pt idx="98">
                  <c:v>1.9698492462299999</c:v>
                </c:pt>
                <c:pt idx="99">
                  <c:v>1.98994974874</c:v>
                </c:pt>
                <c:pt idx="100">
                  <c:v>2.01005025126</c:v>
                </c:pt>
                <c:pt idx="101">
                  <c:v>2.0301507537700001</c:v>
                </c:pt>
                <c:pt idx="102">
                  <c:v>2.0502512562800002</c:v>
                </c:pt>
                <c:pt idx="103">
                  <c:v>2.0703517587900002</c:v>
                </c:pt>
                <c:pt idx="104">
                  <c:v>2.0904522613099998</c:v>
                </c:pt>
                <c:pt idx="105">
                  <c:v>2.1105527638199999</c:v>
                </c:pt>
                <c:pt idx="106">
                  <c:v>2.1266904956500001</c:v>
                </c:pt>
                <c:pt idx="107">
                  <c:v>2.13065326633</c:v>
                </c:pt>
                <c:pt idx="108">
                  <c:v>2.15075376884</c:v>
                </c:pt>
                <c:pt idx="109">
                  <c:v>2.1708542713600001</c:v>
                </c:pt>
                <c:pt idx="110">
                  <c:v>2.1909547738700001</c:v>
                </c:pt>
                <c:pt idx="111">
                  <c:v>2.2110552763800002</c:v>
                </c:pt>
                <c:pt idx="112">
                  <c:v>2.2311557788899998</c:v>
                </c:pt>
                <c:pt idx="113">
                  <c:v>2.2512562814099999</c:v>
                </c:pt>
                <c:pt idx="114">
                  <c:v>2.27135678392</c:v>
                </c:pt>
                <c:pt idx="115">
                  <c:v>2.29145728643</c:v>
                </c:pt>
                <c:pt idx="116">
                  <c:v>2.3115577889400001</c:v>
                </c:pt>
                <c:pt idx="117">
                  <c:v>2.3316582914600001</c:v>
                </c:pt>
                <c:pt idx="118">
                  <c:v>2.3517587939700002</c:v>
                </c:pt>
                <c:pt idx="119">
                  <c:v>2.3718592964799998</c:v>
                </c:pt>
                <c:pt idx="120">
                  <c:v>2.3919597989899999</c:v>
                </c:pt>
                <c:pt idx="121">
                  <c:v>2.4120603015099999</c:v>
                </c:pt>
                <c:pt idx="122">
                  <c:v>2.43216080402</c:v>
                </c:pt>
                <c:pt idx="123">
                  <c:v>2.4522613065300001</c:v>
                </c:pt>
                <c:pt idx="124">
                  <c:v>2.4723618090500001</c:v>
                </c:pt>
                <c:pt idx="125">
                  <c:v>2.4924623115600002</c:v>
                </c:pt>
                <c:pt idx="126">
                  <c:v>2.5125628140699998</c:v>
                </c:pt>
                <c:pt idx="127">
                  <c:v>2.5326633165799999</c:v>
                </c:pt>
                <c:pt idx="128">
                  <c:v>2.5527638190999999</c:v>
                </c:pt>
                <c:pt idx="129">
                  <c:v>2.57286432161</c:v>
                </c:pt>
                <c:pt idx="130">
                  <c:v>2.5929648241200001</c:v>
                </c:pt>
                <c:pt idx="131">
                  <c:v>2.6130653266300001</c:v>
                </c:pt>
                <c:pt idx="132">
                  <c:v>2.6331658291500002</c:v>
                </c:pt>
                <c:pt idx="133">
                  <c:v>2.6532663316599998</c:v>
                </c:pt>
                <c:pt idx="134">
                  <c:v>2.6733668341699999</c:v>
                </c:pt>
                <c:pt idx="135">
                  <c:v>2.6934673366799999</c:v>
                </c:pt>
                <c:pt idx="136">
                  <c:v>2.7135678392</c:v>
                </c:pt>
                <c:pt idx="137">
                  <c:v>2.7336683417100001</c:v>
                </c:pt>
                <c:pt idx="138">
                  <c:v>2.7537688442200001</c:v>
                </c:pt>
                <c:pt idx="139">
                  <c:v>2.7738693467300002</c:v>
                </c:pt>
                <c:pt idx="140">
                  <c:v>2.7939698492499998</c:v>
                </c:pt>
                <c:pt idx="141">
                  <c:v>2.8140703517599999</c:v>
                </c:pt>
                <c:pt idx="142">
                  <c:v>2.8341708542699999</c:v>
                </c:pt>
                <c:pt idx="143">
                  <c:v>2.85427135678</c:v>
                </c:pt>
                <c:pt idx="144">
                  <c:v>2.8743718593000001</c:v>
                </c:pt>
                <c:pt idx="145">
                  <c:v>2.8944723618100001</c:v>
                </c:pt>
                <c:pt idx="146">
                  <c:v>2.9145728643200002</c:v>
                </c:pt>
                <c:pt idx="147">
                  <c:v>2.9346733668299998</c:v>
                </c:pt>
                <c:pt idx="148">
                  <c:v>2.9547738693499999</c:v>
                </c:pt>
                <c:pt idx="149">
                  <c:v>2.9748743718599999</c:v>
                </c:pt>
                <c:pt idx="150">
                  <c:v>2.99497487437</c:v>
                </c:pt>
                <c:pt idx="151">
                  <c:v>3.01507537688</c:v>
                </c:pt>
                <c:pt idx="152">
                  <c:v>3.0351758794000001</c:v>
                </c:pt>
                <c:pt idx="153">
                  <c:v>3.0552763819100002</c:v>
                </c:pt>
                <c:pt idx="154">
                  <c:v>3.0753768844199998</c:v>
                </c:pt>
                <c:pt idx="155">
                  <c:v>3.0954773869299999</c:v>
                </c:pt>
                <c:pt idx="156">
                  <c:v>3.1155778894499999</c:v>
                </c:pt>
                <c:pt idx="157">
                  <c:v>3.13567839196</c:v>
                </c:pt>
                <c:pt idx="158">
                  <c:v>3.15577889447</c:v>
                </c:pt>
                <c:pt idx="159">
                  <c:v>3.1758793969800001</c:v>
                </c:pt>
                <c:pt idx="160">
                  <c:v>3.1959798995000002</c:v>
                </c:pt>
                <c:pt idx="161">
                  <c:v>3.2160804020099998</c:v>
                </c:pt>
                <c:pt idx="162">
                  <c:v>3.2361809045199998</c:v>
                </c:pt>
                <c:pt idx="163">
                  <c:v>3.2562814070399999</c:v>
                </c:pt>
                <c:pt idx="164">
                  <c:v>3.27638190955</c:v>
                </c:pt>
                <c:pt idx="165">
                  <c:v>3.29648241206</c:v>
                </c:pt>
                <c:pt idx="166">
                  <c:v>3.3165829145700001</c:v>
                </c:pt>
                <c:pt idx="167">
                  <c:v>3.3366834170900002</c:v>
                </c:pt>
                <c:pt idx="168">
                  <c:v>3.3567839196000002</c:v>
                </c:pt>
                <c:pt idx="169">
                  <c:v>3.3768844221099998</c:v>
                </c:pt>
                <c:pt idx="170">
                  <c:v>3.3969849246199999</c:v>
                </c:pt>
                <c:pt idx="171">
                  <c:v>3.41708542714</c:v>
                </c:pt>
                <c:pt idx="172">
                  <c:v>3.43718592965</c:v>
                </c:pt>
                <c:pt idx="173">
                  <c:v>3.4572864321600001</c:v>
                </c:pt>
                <c:pt idx="174">
                  <c:v>3.4773869346700002</c:v>
                </c:pt>
                <c:pt idx="175">
                  <c:v>3.4974874371900002</c:v>
                </c:pt>
                <c:pt idx="176">
                  <c:v>3.5175879396999998</c:v>
                </c:pt>
                <c:pt idx="177">
                  <c:v>3.5376884422099999</c:v>
                </c:pt>
                <c:pt idx="178">
                  <c:v>3.55778894472</c:v>
                </c:pt>
                <c:pt idx="179">
                  <c:v>3.57788944724</c:v>
                </c:pt>
                <c:pt idx="180">
                  <c:v>3.5979899497500001</c:v>
                </c:pt>
                <c:pt idx="181">
                  <c:v>3.6180904522600001</c:v>
                </c:pt>
                <c:pt idx="182">
                  <c:v>3.6381909547700002</c:v>
                </c:pt>
                <c:pt idx="183">
                  <c:v>3.6582914572899998</c:v>
                </c:pt>
                <c:pt idx="184">
                  <c:v>3.6783919597999999</c:v>
                </c:pt>
                <c:pt idx="185">
                  <c:v>3.69849246231</c:v>
                </c:pt>
                <c:pt idx="186">
                  <c:v>3.71859296482</c:v>
                </c:pt>
                <c:pt idx="187">
                  <c:v>3.7386934673400001</c:v>
                </c:pt>
                <c:pt idx="188">
                  <c:v>3.7587939698500001</c:v>
                </c:pt>
                <c:pt idx="189">
                  <c:v>3.7788944723600002</c:v>
                </c:pt>
                <c:pt idx="190">
                  <c:v>3.7989949748699998</c:v>
                </c:pt>
                <c:pt idx="191">
                  <c:v>3.8190954773899999</c:v>
                </c:pt>
                <c:pt idx="192">
                  <c:v>3.8391959798999999</c:v>
                </c:pt>
                <c:pt idx="193">
                  <c:v>3.85929648241</c:v>
                </c:pt>
                <c:pt idx="194">
                  <c:v>3.8793969849200001</c:v>
                </c:pt>
                <c:pt idx="195">
                  <c:v>3.8994974874400001</c:v>
                </c:pt>
                <c:pt idx="196">
                  <c:v>3.9195979899500002</c:v>
                </c:pt>
                <c:pt idx="197">
                  <c:v>3.9396984924599998</c:v>
                </c:pt>
                <c:pt idx="198">
                  <c:v>3.9597989949699999</c:v>
                </c:pt>
                <c:pt idx="199">
                  <c:v>3.9798994974899999</c:v>
                </c:pt>
                <c:pt idx="200">
                  <c:v>4</c:v>
                </c:pt>
                <c:pt idx="201">
                  <c:v>4.4016736401700003</c:v>
                </c:pt>
                <c:pt idx="202">
                  <c:v>4.8033472803299997</c:v>
                </c:pt>
                <c:pt idx="203">
                  <c:v>5.2050209205</c:v>
                </c:pt>
                <c:pt idx="204">
                  <c:v>5.6066945606700003</c:v>
                </c:pt>
                <c:pt idx="205">
                  <c:v>6.0083682008399997</c:v>
                </c:pt>
                <c:pt idx="206">
                  <c:v>6.410041841</c:v>
                </c:pt>
                <c:pt idx="207">
                  <c:v>6.8117154811700003</c:v>
                </c:pt>
                <c:pt idx="208">
                  <c:v>7.2133891213399997</c:v>
                </c:pt>
                <c:pt idx="209">
                  <c:v>7.6150627615099999</c:v>
                </c:pt>
                <c:pt idx="210">
                  <c:v>8.0167364016700002</c:v>
                </c:pt>
                <c:pt idx="211">
                  <c:v>8.4184100418399996</c:v>
                </c:pt>
                <c:pt idx="212">
                  <c:v>8.8200836820100008</c:v>
                </c:pt>
                <c:pt idx="213">
                  <c:v>9.2217573221800002</c:v>
                </c:pt>
                <c:pt idx="214">
                  <c:v>9.6234309623400005</c:v>
                </c:pt>
                <c:pt idx="215">
                  <c:v>10.025104602500001</c:v>
                </c:pt>
                <c:pt idx="216">
                  <c:v>10.426778242699999</c:v>
                </c:pt>
                <c:pt idx="217">
                  <c:v>10.8284518828</c:v>
                </c:pt>
                <c:pt idx="218">
                  <c:v>11.230125523</c:v>
                </c:pt>
                <c:pt idx="219">
                  <c:v>11.6317991632</c:v>
                </c:pt>
                <c:pt idx="220">
                  <c:v>12.0334728033</c:v>
                </c:pt>
                <c:pt idx="221">
                  <c:v>12.435146443500001</c:v>
                </c:pt>
                <c:pt idx="222">
                  <c:v>12.836820083699999</c:v>
                </c:pt>
                <c:pt idx="223">
                  <c:v>13.2384937238</c:v>
                </c:pt>
                <c:pt idx="224">
                  <c:v>13.640167364</c:v>
                </c:pt>
                <c:pt idx="225">
                  <c:v>14.0418410042</c:v>
                </c:pt>
                <c:pt idx="226">
                  <c:v>14.4435146444</c:v>
                </c:pt>
                <c:pt idx="227">
                  <c:v>14.845188284500001</c:v>
                </c:pt>
                <c:pt idx="228">
                  <c:v>15.246861924699999</c:v>
                </c:pt>
                <c:pt idx="229">
                  <c:v>15.6485355649</c:v>
                </c:pt>
                <c:pt idx="230">
                  <c:v>16.050209205000002</c:v>
                </c:pt>
                <c:pt idx="231">
                  <c:v>16.4518828452</c:v>
                </c:pt>
                <c:pt idx="232">
                  <c:v>16.853556485399999</c:v>
                </c:pt>
                <c:pt idx="233">
                  <c:v>17.255230125499999</c:v>
                </c:pt>
                <c:pt idx="234">
                  <c:v>17.656903765700001</c:v>
                </c:pt>
                <c:pt idx="235">
                  <c:v>18.058577405899999</c:v>
                </c:pt>
                <c:pt idx="236">
                  <c:v>18.460251046</c:v>
                </c:pt>
                <c:pt idx="237">
                  <c:v>18.861924686199998</c:v>
                </c:pt>
                <c:pt idx="238">
                  <c:v>19.2635983264</c:v>
                </c:pt>
                <c:pt idx="239">
                  <c:v>19.665271966500001</c:v>
                </c:pt>
                <c:pt idx="240">
                  <c:v>20.066945606699999</c:v>
                </c:pt>
                <c:pt idx="241">
                  <c:v>20.468619246900001</c:v>
                </c:pt>
                <c:pt idx="242">
                  <c:v>20.870292887000002</c:v>
                </c:pt>
                <c:pt idx="243">
                  <c:v>21.2719665272</c:v>
                </c:pt>
                <c:pt idx="244">
                  <c:v>21.673640167399999</c:v>
                </c:pt>
                <c:pt idx="245">
                  <c:v>22.075313807499999</c:v>
                </c:pt>
                <c:pt idx="246">
                  <c:v>22.476987447700001</c:v>
                </c:pt>
                <c:pt idx="247">
                  <c:v>22.878661087899999</c:v>
                </c:pt>
                <c:pt idx="248">
                  <c:v>23.280334728</c:v>
                </c:pt>
                <c:pt idx="249">
                  <c:v>23.682008368200002</c:v>
                </c:pt>
                <c:pt idx="250">
                  <c:v>24.0836820084</c:v>
                </c:pt>
                <c:pt idx="251">
                  <c:v>24.485355648500001</c:v>
                </c:pt>
                <c:pt idx="252">
                  <c:v>24.887029288699999</c:v>
                </c:pt>
                <c:pt idx="253">
                  <c:v>25.288702928900001</c:v>
                </c:pt>
                <c:pt idx="254">
                  <c:v>25.690376569000001</c:v>
                </c:pt>
                <c:pt idx="255">
                  <c:v>26.0920502092</c:v>
                </c:pt>
                <c:pt idx="256">
                  <c:v>26.493723849399998</c:v>
                </c:pt>
                <c:pt idx="257">
                  <c:v>26.895397489499999</c:v>
                </c:pt>
                <c:pt idx="258">
                  <c:v>27.297071129700001</c:v>
                </c:pt>
                <c:pt idx="259">
                  <c:v>27.698744769899999</c:v>
                </c:pt>
                <c:pt idx="260">
                  <c:v>28.10041841</c:v>
                </c:pt>
                <c:pt idx="261">
                  <c:v>28.502092050200002</c:v>
                </c:pt>
                <c:pt idx="262">
                  <c:v>28.9037656904</c:v>
                </c:pt>
                <c:pt idx="263">
                  <c:v>29.3054393305</c:v>
                </c:pt>
                <c:pt idx="264">
                  <c:v>29.707112970699999</c:v>
                </c:pt>
                <c:pt idx="265">
                  <c:v>30.108786610900001</c:v>
                </c:pt>
                <c:pt idx="266">
                  <c:v>30.510460251000001</c:v>
                </c:pt>
                <c:pt idx="267">
                  <c:v>30.9121338912</c:v>
                </c:pt>
                <c:pt idx="268">
                  <c:v>31.313807531399998</c:v>
                </c:pt>
                <c:pt idx="269">
                  <c:v>31.715481171499999</c:v>
                </c:pt>
                <c:pt idx="270">
                  <c:v>32.117154811699997</c:v>
                </c:pt>
                <c:pt idx="271">
                  <c:v>32.518828451899999</c:v>
                </c:pt>
                <c:pt idx="272">
                  <c:v>32.920502092100001</c:v>
                </c:pt>
                <c:pt idx="273">
                  <c:v>33.322175732200002</c:v>
                </c:pt>
                <c:pt idx="274">
                  <c:v>33.723849372399997</c:v>
                </c:pt>
                <c:pt idx="275">
                  <c:v>34.125523012599999</c:v>
                </c:pt>
                <c:pt idx="276">
                  <c:v>34.527196652699999</c:v>
                </c:pt>
                <c:pt idx="277">
                  <c:v>34.928870292900001</c:v>
                </c:pt>
                <c:pt idx="278">
                  <c:v>35.330543933100003</c:v>
                </c:pt>
                <c:pt idx="279">
                  <c:v>35.732217573200003</c:v>
                </c:pt>
                <c:pt idx="280">
                  <c:v>36.133891213399998</c:v>
                </c:pt>
                <c:pt idx="281">
                  <c:v>36.5355648536</c:v>
                </c:pt>
                <c:pt idx="282">
                  <c:v>36.937238493700001</c:v>
                </c:pt>
                <c:pt idx="283">
                  <c:v>37.338912133900003</c:v>
                </c:pt>
                <c:pt idx="284">
                  <c:v>37.740585774099998</c:v>
                </c:pt>
                <c:pt idx="285">
                  <c:v>38.142259414199998</c:v>
                </c:pt>
                <c:pt idx="286">
                  <c:v>38.5439330544</c:v>
                </c:pt>
                <c:pt idx="287">
                  <c:v>38.945606694600002</c:v>
                </c:pt>
                <c:pt idx="288">
                  <c:v>39.347280334700002</c:v>
                </c:pt>
                <c:pt idx="289">
                  <c:v>39.748953974899997</c:v>
                </c:pt>
                <c:pt idx="290">
                  <c:v>40.150627615099999</c:v>
                </c:pt>
                <c:pt idx="291">
                  <c:v>40.5523012552</c:v>
                </c:pt>
                <c:pt idx="292">
                  <c:v>40.953974895400002</c:v>
                </c:pt>
                <c:pt idx="293">
                  <c:v>41.355648535599997</c:v>
                </c:pt>
                <c:pt idx="294">
                  <c:v>41.757322175699997</c:v>
                </c:pt>
                <c:pt idx="295">
                  <c:v>42.158995815899999</c:v>
                </c:pt>
                <c:pt idx="296">
                  <c:v>42.560669456100001</c:v>
                </c:pt>
                <c:pt idx="297">
                  <c:v>42.962343096200001</c:v>
                </c:pt>
                <c:pt idx="298">
                  <c:v>43.364016736400004</c:v>
                </c:pt>
                <c:pt idx="299">
                  <c:v>43.765690376599999</c:v>
                </c:pt>
                <c:pt idx="300">
                  <c:v>44.167364016699999</c:v>
                </c:pt>
                <c:pt idx="301">
                  <c:v>44.569037656900001</c:v>
                </c:pt>
                <c:pt idx="302">
                  <c:v>44.970711297100003</c:v>
                </c:pt>
                <c:pt idx="303">
                  <c:v>45.372384937200003</c:v>
                </c:pt>
                <c:pt idx="304">
                  <c:v>45.774058577399998</c:v>
                </c:pt>
                <c:pt idx="305">
                  <c:v>46.1757322176</c:v>
                </c:pt>
                <c:pt idx="306">
                  <c:v>46.577405857700001</c:v>
                </c:pt>
                <c:pt idx="307">
                  <c:v>46.979079497900003</c:v>
                </c:pt>
                <c:pt idx="308">
                  <c:v>47.380753138099998</c:v>
                </c:pt>
                <c:pt idx="309">
                  <c:v>47.782426778199998</c:v>
                </c:pt>
                <c:pt idx="310">
                  <c:v>48.1841004184</c:v>
                </c:pt>
                <c:pt idx="311">
                  <c:v>48.585774058600002</c:v>
                </c:pt>
                <c:pt idx="312">
                  <c:v>48.987447698700002</c:v>
                </c:pt>
                <c:pt idx="313">
                  <c:v>49.389121338899997</c:v>
                </c:pt>
                <c:pt idx="314">
                  <c:v>49.790794979099999</c:v>
                </c:pt>
                <c:pt idx="315">
                  <c:v>50.1924686192</c:v>
                </c:pt>
                <c:pt idx="316">
                  <c:v>50.594142259400002</c:v>
                </c:pt>
                <c:pt idx="317">
                  <c:v>50.995815899599997</c:v>
                </c:pt>
                <c:pt idx="318">
                  <c:v>51.397489539699997</c:v>
                </c:pt>
                <c:pt idx="319">
                  <c:v>51.799163179899999</c:v>
                </c:pt>
                <c:pt idx="320">
                  <c:v>52.200836820100001</c:v>
                </c:pt>
                <c:pt idx="321">
                  <c:v>52.602510460300003</c:v>
                </c:pt>
                <c:pt idx="322">
                  <c:v>53.004184100400003</c:v>
                </c:pt>
                <c:pt idx="323">
                  <c:v>53.405857740599998</c:v>
                </c:pt>
                <c:pt idx="324">
                  <c:v>53.566696936299998</c:v>
                </c:pt>
                <c:pt idx="325">
                  <c:v>53.8075313808</c:v>
                </c:pt>
                <c:pt idx="326">
                  <c:v>54.209205020900001</c:v>
                </c:pt>
                <c:pt idx="327">
                  <c:v>54.610878661100003</c:v>
                </c:pt>
                <c:pt idx="328">
                  <c:v>55.012552301299998</c:v>
                </c:pt>
                <c:pt idx="329">
                  <c:v>55.414225941399998</c:v>
                </c:pt>
                <c:pt idx="330">
                  <c:v>55.8158995816</c:v>
                </c:pt>
                <c:pt idx="331">
                  <c:v>56.217573221800002</c:v>
                </c:pt>
                <c:pt idx="332">
                  <c:v>56.619246861900002</c:v>
                </c:pt>
                <c:pt idx="333">
                  <c:v>57.020920502099997</c:v>
                </c:pt>
                <c:pt idx="334">
                  <c:v>57.422594142299999</c:v>
                </c:pt>
                <c:pt idx="335">
                  <c:v>57.8242677824</c:v>
                </c:pt>
                <c:pt idx="336">
                  <c:v>58.225941422600002</c:v>
                </c:pt>
                <c:pt idx="337">
                  <c:v>58.627615062799997</c:v>
                </c:pt>
                <c:pt idx="338">
                  <c:v>59.029288702899997</c:v>
                </c:pt>
                <c:pt idx="339">
                  <c:v>59.430962343099999</c:v>
                </c:pt>
                <c:pt idx="340">
                  <c:v>59.832635983300001</c:v>
                </c:pt>
                <c:pt idx="341">
                  <c:v>60.234309623400001</c:v>
                </c:pt>
                <c:pt idx="342">
                  <c:v>60.635983263599996</c:v>
                </c:pt>
                <c:pt idx="343">
                  <c:v>61.037656903799999</c:v>
                </c:pt>
                <c:pt idx="344">
                  <c:v>61.439330543899999</c:v>
                </c:pt>
                <c:pt idx="345">
                  <c:v>61.841004184100001</c:v>
                </c:pt>
                <c:pt idx="346">
                  <c:v>62.242677824300003</c:v>
                </c:pt>
                <c:pt idx="347">
                  <c:v>62.644351464400003</c:v>
                </c:pt>
                <c:pt idx="348">
                  <c:v>63.046025104599998</c:v>
                </c:pt>
                <c:pt idx="349">
                  <c:v>63.4476987448</c:v>
                </c:pt>
                <c:pt idx="350">
                  <c:v>63.849372384900001</c:v>
                </c:pt>
                <c:pt idx="351">
                  <c:v>64.251046025099996</c:v>
                </c:pt>
                <c:pt idx="352">
                  <c:v>64.652719665299998</c:v>
                </c:pt>
                <c:pt idx="353">
                  <c:v>65.054393305399998</c:v>
                </c:pt>
                <c:pt idx="354">
                  <c:v>65.4560669456</c:v>
                </c:pt>
                <c:pt idx="355">
                  <c:v>65.857740585800002</c:v>
                </c:pt>
                <c:pt idx="356">
                  <c:v>66.259414225900002</c:v>
                </c:pt>
                <c:pt idx="357">
                  <c:v>66.661087866100004</c:v>
                </c:pt>
                <c:pt idx="358">
                  <c:v>67.062761506300006</c:v>
                </c:pt>
                <c:pt idx="359">
                  <c:v>67.464435146400007</c:v>
                </c:pt>
                <c:pt idx="360">
                  <c:v>67.866108786599995</c:v>
                </c:pt>
                <c:pt idx="361">
                  <c:v>68.267782426799997</c:v>
                </c:pt>
                <c:pt idx="362">
                  <c:v>68.669456066899997</c:v>
                </c:pt>
                <c:pt idx="363">
                  <c:v>69.071129707099999</c:v>
                </c:pt>
                <c:pt idx="364">
                  <c:v>69.472803347300001</c:v>
                </c:pt>
                <c:pt idx="365">
                  <c:v>69.874476987400001</c:v>
                </c:pt>
                <c:pt idx="366">
                  <c:v>70.276150627600003</c:v>
                </c:pt>
                <c:pt idx="367">
                  <c:v>70.677824267800005</c:v>
                </c:pt>
                <c:pt idx="368">
                  <c:v>71.079497907900006</c:v>
                </c:pt>
                <c:pt idx="369">
                  <c:v>71.481171548099994</c:v>
                </c:pt>
                <c:pt idx="370">
                  <c:v>71.882845188299996</c:v>
                </c:pt>
                <c:pt idx="371">
                  <c:v>72.284518828499998</c:v>
                </c:pt>
                <c:pt idx="372">
                  <c:v>72.686192468599998</c:v>
                </c:pt>
                <c:pt idx="373">
                  <c:v>73.0878661088</c:v>
                </c:pt>
                <c:pt idx="374">
                  <c:v>73.489539749000002</c:v>
                </c:pt>
                <c:pt idx="375">
                  <c:v>73.891213389100002</c:v>
                </c:pt>
                <c:pt idx="376">
                  <c:v>74.292887029300005</c:v>
                </c:pt>
                <c:pt idx="377">
                  <c:v>74.694560669500007</c:v>
                </c:pt>
                <c:pt idx="378">
                  <c:v>75.096234309600007</c:v>
                </c:pt>
                <c:pt idx="379">
                  <c:v>75.497907949799995</c:v>
                </c:pt>
                <c:pt idx="380">
                  <c:v>75.899581589999997</c:v>
                </c:pt>
                <c:pt idx="381">
                  <c:v>76.301255230099997</c:v>
                </c:pt>
                <c:pt idx="382">
                  <c:v>76.702928870299999</c:v>
                </c:pt>
                <c:pt idx="383">
                  <c:v>77.104602510500001</c:v>
                </c:pt>
                <c:pt idx="384">
                  <c:v>77.506276150600002</c:v>
                </c:pt>
                <c:pt idx="385">
                  <c:v>77.907949790800004</c:v>
                </c:pt>
                <c:pt idx="386">
                  <c:v>78.309623431000006</c:v>
                </c:pt>
                <c:pt idx="387">
                  <c:v>78.711297071100006</c:v>
                </c:pt>
                <c:pt idx="388">
                  <c:v>79.112970711299994</c:v>
                </c:pt>
                <c:pt idx="389">
                  <c:v>79.514644351499996</c:v>
                </c:pt>
                <c:pt idx="390">
                  <c:v>79.916317991599996</c:v>
                </c:pt>
                <c:pt idx="391">
                  <c:v>80.317991631799998</c:v>
                </c:pt>
                <c:pt idx="392">
                  <c:v>80.719665272</c:v>
                </c:pt>
                <c:pt idx="393">
                  <c:v>81.121338912100001</c:v>
                </c:pt>
                <c:pt idx="394">
                  <c:v>81.523012552300003</c:v>
                </c:pt>
                <c:pt idx="395">
                  <c:v>81.924686192500005</c:v>
                </c:pt>
                <c:pt idx="396">
                  <c:v>82.326359832600005</c:v>
                </c:pt>
                <c:pt idx="397">
                  <c:v>82.728033472800007</c:v>
                </c:pt>
                <c:pt idx="398">
                  <c:v>83.129707112999995</c:v>
                </c:pt>
                <c:pt idx="399">
                  <c:v>83.531380753099995</c:v>
                </c:pt>
                <c:pt idx="400">
                  <c:v>83.933054393299997</c:v>
                </c:pt>
                <c:pt idx="401">
                  <c:v>84.334728033499999</c:v>
                </c:pt>
                <c:pt idx="402">
                  <c:v>84.7364016736</c:v>
                </c:pt>
                <c:pt idx="403">
                  <c:v>85.138075313800002</c:v>
                </c:pt>
                <c:pt idx="404">
                  <c:v>85.539748954000004</c:v>
                </c:pt>
                <c:pt idx="405">
                  <c:v>85.941422594100004</c:v>
                </c:pt>
                <c:pt idx="406">
                  <c:v>86.343096234300006</c:v>
                </c:pt>
                <c:pt idx="407">
                  <c:v>86.744769874499994</c:v>
                </c:pt>
                <c:pt idx="408">
                  <c:v>87.146443514599994</c:v>
                </c:pt>
                <c:pt idx="409">
                  <c:v>87.548117154799996</c:v>
                </c:pt>
                <c:pt idx="410">
                  <c:v>87.949790794999998</c:v>
                </c:pt>
                <c:pt idx="411">
                  <c:v>88.351464435099999</c:v>
                </c:pt>
                <c:pt idx="412">
                  <c:v>88.753138075300001</c:v>
                </c:pt>
                <c:pt idx="413">
                  <c:v>89.154811715500003</c:v>
                </c:pt>
                <c:pt idx="414">
                  <c:v>89.556485355600003</c:v>
                </c:pt>
                <c:pt idx="415">
                  <c:v>89.958158995800005</c:v>
                </c:pt>
                <c:pt idx="416">
                  <c:v>90.359832635999993</c:v>
                </c:pt>
                <c:pt idx="417">
                  <c:v>90.761506276199995</c:v>
                </c:pt>
                <c:pt idx="418">
                  <c:v>91.163179916299995</c:v>
                </c:pt>
                <c:pt idx="419">
                  <c:v>91.564853556499997</c:v>
                </c:pt>
                <c:pt idx="420">
                  <c:v>91.9665271967</c:v>
                </c:pt>
                <c:pt idx="421">
                  <c:v>92.3682008368</c:v>
                </c:pt>
                <c:pt idx="422">
                  <c:v>92.769874477000002</c:v>
                </c:pt>
                <c:pt idx="423">
                  <c:v>93.171548117200004</c:v>
                </c:pt>
                <c:pt idx="424">
                  <c:v>93.573221757300004</c:v>
                </c:pt>
                <c:pt idx="425">
                  <c:v>93.974895397500006</c:v>
                </c:pt>
                <c:pt idx="426">
                  <c:v>94.376569037699994</c:v>
                </c:pt>
                <c:pt idx="427">
                  <c:v>94.778242677799994</c:v>
                </c:pt>
                <c:pt idx="428">
                  <c:v>95.179916317999997</c:v>
                </c:pt>
                <c:pt idx="429">
                  <c:v>95.581589958199999</c:v>
                </c:pt>
                <c:pt idx="430">
                  <c:v>95.983263598299999</c:v>
                </c:pt>
                <c:pt idx="431">
                  <c:v>96.384937238500001</c:v>
                </c:pt>
                <c:pt idx="432">
                  <c:v>96.786610878700003</c:v>
                </c:pt>
                <c:pt idx="433">
                  <c:v>97.188284518800003</c:v>
                </c:pt>
                <c:pt idx="434">
                  <c:v>97.589958159000005</c:v>
                </c:pt>
                <c:pt idx="435">
                  <c:v>97.991631799199993</c:v>
                </c:pt>
                <c:pt idx="436">
                  <c:v>98.393305439299994</c:v>
                </c:pt>
                <c:pt idx="437">
                  <c:v>98.794979079499996</c:v>
                </c:pt>
                <c:pt idx="438">
                  <c:v>99.196652719699998</c:v>
                </c:pt>
                <c:pt idx="439">
                  <c:v>99.598326359799998</c:v>
                </c:pt>
                <c:pt idx="440">
                  <c:v>100</c:v>
                </c:pt>
              </c:numCache>
            </c:numRef>
          </c:xVal>
          <c:yVal>
            <c:numRef>
              <c:f>'Chart Data'!$B$2:$B$442</c:f>
              <c:numCache>
                <c:formatCode>#,##0</c:formatCode>
                <c:ptCount val="441"/>
                <c:pt idx="0">
                  <c:v>0</c:v>
                </c:pt>
                <c:pt idx="1">
                  <c:v>15.5977558007</c:v>
                </c:pt>
                <c:pt idx="2">
                  <c:v>52.836222591000002</c:v>
                </c:pt>
                <c:pt idx="3">
                  <c:v>101.79167422899999</c:v>
                </c:pt>
                <c:pt idx="4">
                  <c:v>156.52622470700001</c:v>
                </c:pt>
                <c:pt idx="5">
                  <c:v>213.510938071</c:v>
                </c:pt>
                <c:pt idx="6">
                  <c:v>270.671626909</c:v>
                </c:pt>
                <c:pt idx="7">
                  <c:v>326.81150711800001</c:v>
                </c:pt>
                <c:pt idx="8">
                  <c:v>381.26192636899998</c:v>
                </c:pt>
                <c:pt idx="9">
                  <c:v>433.67112026400002</c:v>
                </c:pt>
                <c:pt idx="10">
                  <c:v>483.87649875199997</c:v>
                </c:pt>
                <c:pt idx="11">
                  <c:v>531.82748015799996</c:v>
                </c:pt>
                <c:pt idx="12">
                  <c:v>577.53891133699994</c:v>
                </c:pt>
                <c:pt idx="13">
                  <c:v>621.06299315199999</c:v>
                </c:pt>
                <c:pt idx="14">
                  <c:v>662.47240000600004</c:v>
                </c:pt>
                <c:pt idx="15">
                  <c:v>701.85016880299997</c:v>
                </c:pt>
                <c:pt idx="16">
                  <c:v>739.283679678</c:v>
                </c:pt>
                <c:pt idx="17">
                  <c:v>774.86110824399998</c:v>
                </c:pt>
                <c:pt idx="18">
                  <c:v>808.66936891900002</c:v>
                </c:pt>
                <c:pt idx="19">
                  <c:v>840.79295623999997</c:v>
                </c:pt>
                <c:pt idx="20">
                  <c:v>871.31332539799996</c:v>
                </c:pt>
                <c:pt idx="21">
                  <c:v>900.308595083</c:v>
                </c:pt>
                <c:pt idx="22">
                  <c:v>927.85344156799999</c:v>
                </c:pt>
                <c:pt idx="23">
                  <c:v>954.01910486400004</c:v>
                </c:pt>
                <c:pt idx="24">
                  <c:v>978.87345925700004</c:v>
                </c:pt>
                <c:pt idx="25">
                  <c:v>1002.4811195</c:v>
                </c:pt>
                <c:pt idx="26">
                  <c:v>1024.9035654300001</c:v>
                </c:pt>
                <c:pt idx="27">
                  <c:v>1046.1992748099999</c:v>
                </c:pt>
                <c:pt idx="28">
                  <c:v>1066.4238582600001</c:v>
                </c:pt>
                <c:pt idx="29">
                  <c:v>1085.63019276</c:v>
                </c:pt>
                <c:pt idx="30">
                  <c:v>1103.8685517700001</c:v>
                </c:pt>
                <c:pt idx="31">
                  <c:v>1121.18673087</c:v>
                </c:pt>
                <c:pt idx="32">
                  <c:v>1137.63016827</c:v>
                </c:pt>
                <c:pt idx="33">
                  <c:v>1153.24206018</c:v>
                </c:pt>
                <c:pt idx="34">
                  <c:v>1168.0634708699999</c:v>
                </c:pt>
                <c:pt idx="35">
                  <c:v>1182.13343749</c:v>
                </c:pt>
                <c:pt idx="36">
                  <c:v>1195.4890699699999</c:v>
                </c:pt>
                <c:pt idx="37">
                  <c:v>1208.16564604</c:v>
                </c:pt>
                <c:pt idx="38">
                  <c:v>1220.19670161</c:v>
                </c:pt>
                <c:pt idx="39">
                  <c:v>1231.6141166800001</c:v>
                </c:pt>
                <c:pt idx="40">
                  <c:v>1242.44819717</c:v>
                </c:pt>
                <c:pt idx="41">
                  <c:v>1252.7277525100001</c:v>
                </c:pt>
                <c:pt idx="42">
                  <c:v>1262.48016962</c:v>
                </c:pt>
                <c:pt idx="43">
                  <c:v>1271.7314831000001</c:v>
                </c:pt>
                <c:pt idx="44">
                  <c:v>1280.5064419800001</c:v>
                </c:pt>
                <c:pt idx="45">
                  <c:v>1288.8285732700001</c:v>
                </c:pt>
                <c:pt idx="46">
                  <c:v>1296.7202422099999</c:v>
                </c:pt>
                <c:pt idx="47">
                  <c:v>1304.2027097</c:v>
                </c:pt>
                <c:pt idx="48">
                  <c:v>1311.2961868100001</c:v>
                </c:pt>
                <c:pt idx="49">
                  <c:v>1318.01988661</c:v>
                </c:pt>
                <c:pt idx="50">
                  <c:v>1324.3920734599999</c:v>
                </c:pt>
                <c:pt idx="51">
                  <c:v>1330.43010985</c:v>
                </c:pt>
                <c:pt idx="52">
                  <c:v>1336.15050094</c:v>
                </c:pt>
                <c:pt idx="53">
                  <c:v>1341.56893689</c:v>
                </c:pt>
                <c:pt idx="54">
                  <c:v>1346.70033309</c:v>
                </c:pt>
                <c:pt idx="55">
                  <c:v>1351.5588684500001</c:v>
                </c:pt>
                <c:pt idx="56">
                  <c:v>1356.15802173</c:v>
                </c:pt>
                <c:pt idx="57">
                  <c:v>1360.5106061399999</c:v>
                </c:pt>
                <c:pt idx="58">
                  <c:v>1364.62880217</c:v>
                </c:pt>
                <c:pt idx="59">
                  <c:v>1368.52418889</c:v>
                </c:pt>
                <c:pt idx="60">
                  <c:v>1372.2077735800001</c:v>
                </c:pt>
                <c:pt idx="61">
                  <c:v>1375.6900200099999</c:v>
                </c:pt>
                <c:pt idx="62">
                  <c:v>1378.9808752599999</c:v>
                </c:pt>
                <c:pt idx="63">
                  <c:v>1382.08979525</c:v>
                </c:pt>
                <c:pt idx="64">
                  <c:v>1385.0257689499999</c:v>
                </c:pt>
                <c:pt idx="65">
                  <c:v>1387.79734149</c:v>
                </c:pt>
                <c:pt idx="66">
                  <c:v>1390.4126360600001</c:v>
                </c:pt>
                <c:pt idx="67">
                  <c:v>1392.87937472</c:v>
                </c:pt>
                <c:pt idx="68">
                  <c:v>1395.20489823</c:v>
                </c:pt>
                <c:pt idx="69">
                  <c:v>1397.39618488</c:v>
                </c:pt>
                <c:pt idx="70">
                  <c:v>1399.4598683700001</c:v>
                </c:pt>
                <c:pt idx="71">
                  <c:v>1401.4022548400001</c:v>
                </c:pt>
                <c:pt idx="72">
                  <c:v>1403.22933906</c:v>
                </c:pt>
                <c:pt idx="73">
                  <c:v>1404.94681975</c:v>
                </c:pt>
                <c:pt idx="74">
                  <c:v>1406.5601142600001</c:v>
                </c:pt>
                <c:pt idx="75">
                  <c:v>1408.0743724399999</c:v>
                </c:pt>
                <c:pt idx="76">
                  <c:v>1409.4944898399999</c:v>
                </c:pt>
                <c:pt idx="77">
                  <c:v>1410.8251202599999</c:v>
                </c:pt>
                <c:pt idx="78">
                  <c:v>1412.0706877299999</c:v>
                </c:pt>
                <c:pt idx="79">
                  <c:v>1413.2353978000001</c:v>
                </c:pt>
                <c:pt idx="80">
                  <c:v>1414.3232483700001</c:v>
                </c:pt>
                <c:pt idx="81">
                  <c:v>1415.33803992</c:v>
                </c:pt>
                <c:pt idx="82">
                  <c:v>1416.2833852799999</c:v>
                </c:pt>
                <c:pt idx="83">
                  <c:v>1417.1627188699999</c:v>
                </c:pt>
                <c:pt idx="84">
                  <c:v>1417.97930552</c:v>
                </c:pt>
                <c:pt idx="85">
                  <c:v>1418.7362488599999</c:v>
                </c:pt>
                <c:pt idx="86">
                  <c:v>1419.43649925</c:v>
                </c:pt>
                <c:pt idx="87">
                  <c:v>1420.0828613900001</c:v>
                </c:pt>
                <c:pt idx="88">
                  <c:v>1420.67800145</c:v>
                </c:pt>
                <c:pt idx="89">
                  <c:v>1421.22445397</c:v>
                </c:pt>
                <c:pt idx="90">
                  <c:v>1421.72462834</c:v>
                </c:pt>
                <c:pt idx="91">
                  <c:v>1422.18081497</c:v>
                </c:pt>
                <c:pt idx="92">
                  <c:v>1422.5951911699999</c:v>
                </c:pt>
                <c:pt idx="93">
                  <c:v>1422.9698267399999</c:v>
                </c:pt>
                <c:pt idx="94">
                  <c:v>1423.30668926</c:v>
                </c:pt>
                <c:pt idx="95">
                  <c:v>1423.60764918</c:v>
                </c:pt>
                <c:pt idx="96">
                  <c:v>1423.87448457</c:v>
                </c:pt>
                <c:pt idx="97">
                  <c:v>1424.1088857100001</c:v>
                </c:pt>
                <c:pt idx="98">
                  <c:v>1424.31245939</c:v>
                </c:pt>
                <c:pt idx="99">
                  <c:v>1424.4867331</c:v>
                </c:pt>
                <c:pt idx="100">
                  <c:v>1424.63315887</c:v>
                </c:pt>
                <c:pt idx="101">
                  <c:v>1424.75311704</c:v>
                </c:pt>
                <c:pt idx="102">
                  <c:v>1424.8479198</c:v>
                </c:pt>
                <c:pt idx="103">
                  <c:v>1424.9188145200001</c:v>
                </c:pt>
                <c:pt idx="104">
                  <c:v>1424.9669869899999</c:v>
                </c:pt>
                <c:pt idx="105">
                  <c:v>1424.99356446</c:v>
                </c:pt>
                <c:pt idx="106">
                  <c:v>1425</c:v>
                </c:pt>
                <c:pt idx="107">
                  <c:v>1424.9996184900001</c:v>
                </c:pt>
                <c:pt idx="108">
                  <c:v>1424.9861677399999</c:v>
                </c:pt>
                <c:pt idx="109">
                  <c:v>1424.9541805700001</c:v>
                </c:pt>
                <c:pt idx="110">
                  <c:v>1424.9045775300001</c:v>
                </c:pt>
                <c:pt idx="111">
                  <c:v>1424.8382336899999</c:v>
                </c:pt>
                <c:pt idx="112">
                  <c:v>1424.7559809300001</c:v>
                </c:pt>
                <c:pt idx="113">
                  <c:v>1424.6586100300001</c:v>
                </c:pt>
                <c:pt idx="114">
                  <c:v>1424.54687276</c:v>
                </c:pt>
                <c:pt idx="115">
                  <c:v>1424.42148372</c:v>
                </c:pt>
                <c:pt idx="116">
                  <c:v>1424.28312226</c:v>
                </c:pt>
                <c:pt idx="117">
                  <c:v>1424.13243416</c:v>
                </c:pt>
                <c:pt idx="118">
                  <c:v>1423.9700333200001</c:v>
                </c:pt>
                <c:pt idx="119">
                  <c:v>1423.79650333</c:v>
                </c:pt>
                <c:pt idx="120">
                  <c:v>1423.6123989499999</c:v>
                </c:pt>
                <c:pt idx="121">
                  <c:v>1423.4182475499999</c:v>
                </c:pt>
                <c:pt idx="122">
                  <c:v>1423.2145504699999</c:v>
                </c:pt>
                <c:pt idx="123">
                  <c:v>1423.00178428</c:v>
                </c:pt>
                <c:pt idx="124">
                  <c:v>1422.78040201</c:v>
                </c:pt>
                <c:pt idx="125">
                  <c:v>1422.55083433</c:v>
                </c:pt>
                <c:pt idx="126">
                  <c:v>1422.3134906499999</c:v>
                </c:pt>
                <c:pt idx="127">
                  <c:v>1422.0687601499999</c:v>
                </c:pt>
                <c:pt idx="128">
                  <c:v>1421.81701279</c:v>
                </c:pt>
                <c:pt idx="129">
                  <c:v>1421.55860026</c:v>
                </c:pt>
                <c:pt idx="130">
                  <c:v>1421.2938569</c:v>
                </c:pt>
                <c:pt idx="131">
                  <c:v>1421.0231005200001</c:v>
                </c:pt>
                <c:pt idx="132">
                  <c:v>1420.7466332500001</c:v>
                </c:pt>
                <c:pt idx="133">
                  <c:v>1420.4647422800001</c:v>
                </c:pt>
                <c:pt idx="134">
                  <c:v>1420.17770064</c:v>
                </c:pt>
                <c:pt idx="135">
                  <c:v>1419.88576786</c:v>
                </c:pt>
                <c:pt idx="136">
                  <c:v>1419.58919066</c:v>
                </c:pt>
                <c:pt idx="137">
                  <c:v>1419.28820359</c:v>
                </c:pt>
                <c:pt idx="138">
                  <c:v>1418.9830295899999</c:v>
                </c:pt>
                <c:pt idx="139">
                  <c:v>1418.6738806000001</c:v>
                </c:pt>
                <c:pt idx="140">
                  <c:v>1418.36095811</c:v>
                </c:pt>
                <c:pt idx="141">
                  <c:v>1418.0444536299999</c:v>
                </c:pt>
                <c:pt idx="142">
                  <c:v>1417.72454924</c:v>
                </c:pt>
                <c:pt idx="143">
                  <c:v>1417.4014180199999</c:v>
                </c:pt>
                <c:pt idx="144">
                  <c:v>1417.0752244800001</c:v>
                </c:pt>
                <c:pt idx="145">
                  <c:v>1416.7461250399999</c:v>
                </c:pt>
                <c:pt idx="146">
                  <c:v>1416.4142683699999</c:v>
                </c:pt>
                <c:pt idx="147">
                  <c:v>1416.0797958000001</c:v>
                </c:pt>
                <c:pt idx="148">
                  <c:v>1415.7428417000001</c:v>
                </c:pt>
                <c:pt idx="149">
                  <c:v>1415.40353377</c:v>
                </c:pt>
                <c:pt idx="150">
                  <c:v>1415.0619934399999</c:v>
                </c:pt>
                <c:pt idx="151">
                  <c:v>1414.71833612</c:v>
                </c:pt>
                <c:pt idx="152">
                  <c:v>1414.37267152</c:v>
                </c:pt>
                <c:pt idx="153">
                  <c:v>1414.02510394</c:v>
                </c:pt>
                <c:pt idx="154">
                  <c:v>1413.67573251</c:v>
                </c:pt>
                <c:pt idx="155">
                  <c:v>1413.3246515000001</c:v>
                </c:pt>
                <c:pt idx="156">
                  <c:v>1412.9719504899999</c:v>
                </c:pt>
                <c:pt idx="157">
                  <c:v>1412.61771464</c:v>
                </c:pt>
                <c:pt idx="158">
                  <c:v>1412.2620249199999</c:v>
                </c:pt>
                <c:pt idx="159">
                  <c:v>1411.90495829</c:v>
                </c:pt>
                <c:pt idx="160">
                  <c:v>1411.54658791</c:v>
                </c:pt>
                <c:pt idx="161">
                  <c:v>1411.1869833200001</c:v>
                </c:pt>
                <c:pt idx="162">
                  <c:v>1410.8262106300001</c:v>
                </c:pt>
                <c:pt idx="163">
                  <c:v>1410.4643326800001</c:v>
                </c:pt>
                <c:pt idx="164">
                  <c:v>1410.1014092299999</c:v>
                </c:pt>
                <c:pt idx="165">
                  <c:v>1409.7374970400001</c:v>
                </c:pt>
                <c:pt idx="166">
                  <c:v>1409.37265011</c:v>
                </c:pt>
                <c:pt idx="167">
                  <c:v>1409.00691975</c:v>
                </c:pt>
                <c:pt idx="168">
                  <c:v>1408.6403547499999</c:v>
                </c:pt>
                <c:pt idx="169">
                  <c:v>1408.2730014700001</c:v>
                </c:pt>
                <c:pt idx="170">
                  <c:v>1407.90490398</c:v>
                </c:pt>
                <c:pt idx="171">
                  <c:v>1407.5361042100001</c:v>
                </c:pt>
                <c:pt idx="172">
                  <c:v>1407.1666419600001</c:v>
                </c:pt>
                <c:pt idx="173">
                  <c:v>1406.7965551100001</c:v>
                </c:pt>
                <c:pt idx="174">
                  <c:v>1406.4258796500001</c:v>
                </c:pt>
                <c:pt idx="175">
                  <c:v>1406.05464979</c:v>
                </c:pt>
                <c:pt idx="176">
                  <c:v>1405.6828980499999</c:v>
                </c:pt>
                <c:pt idx="177">
                  <c:v>1405.3106553499999</c:v>
                </c:pt>
                <c:pt idx="178">
                  <c:v>1404.9379510799999</c:v>
                </c:pt>
                <c:pt idx="179">
                  <c:v>1404.5648131600001</c:v>
                </c:pt>
                <c:pt idx="180">
                  <c:v>1404.1912681599999</c:v>
                </c:pt>
                <c:pt idx="181">
                  <c:v>1403.8173413100001</c:v>
                </c:pt>
                <c:pt idx="182">
                  <c:v>1403.4430566000001</c:v>
                </c:pt>
                <c:pt idx="183">
                  <c:v>1403.0684368499999</c:v>
                </c:pt>
                <c:pt idx="184">
                  <c:v>1402.6935037400001</c:v>
                </c:pt>
                <c:pt idx="185">
                  <c:v>1402.31827787</c:v>
                </c:pt>
                <c:pt idx="186">
                  <c:v>1401.94277883</c:v>
                </c:pt>
                <c:pt idx="187">
                  <c:v>1401.5670252299999</c:v>
                </c:pt>
                <c:pt idx="188">
                  <c:v>1401.19103479</c:v>
                </c:pt>
                <c:pt idx="189">
                  <c:v>1400.8148243200001</c:v>
                </c:pt>
                <c:pt idx="190">
                  <c:v>1400.4384098200001</c:v>
                </c:pt>
                <c:pt idx="191">
                  <c:v>1400.0618064800001</c:v>
                </c:pt>
                <c:pt idx="192">
                  <c:v>1399.68502876</c:v>
                </c:pt>
                <c:pt idx="193">
                  <c:v>1399.3080903800001</c:v>
                </c:pt>
                <c:pt idx="194">
                  <c:v>1398.93100441</c:v>
                </c:pt>
                <c:pt idx="195">
                  <c:v>1398.5537832499999</c:v>
                </c:pt>
                <c:pt idx="196">
                  <c:v>1398.1764387000001</c:v>
                </c:pt>
                <c:pt idx="197">
                  <c:v>1397.79898196</c:v>
                </c:pt>
                <c:pt idx="198">
                  <c:v>1397.42142369</c:v>
                </c:pt>
                <c:pt idx="199">
                  <c:v>1397.04377402</c:v>
                </c:pt>
                <c:pt idx="200">
                  <c:v>1396.6660425699999</c:v>
                </c:pt>
                <c:pt idx="201">
                  <c:v>1389.11185675</c:v>
                </c:pt>
                <c:pt idx="202">
                  <c:v>1381.57109483</c:v>
                </c:pt>
                <c:pt idx="203">
                  <c:v>1374.0612952199999</c:v>
                </c:pt>
                <c:pt idx="204">
                  <c:v>1366.5886914600001</c:v>
                </c:pt>
                <c:pt idx="205">
                  <c:v>1359.15540844</c:v>
                </c:pt>
                <c:pt idx="206">
                  <c:v>1351.76207823</c:v>
                </c:pt>
                <c:pt idx="207">
                  <c:v>1344.4087910200001</c:v>
                </c:pt>
                <c:pt idx="208">
                  <c:v>1337.09544076</c:v>
                </c:pt>
                <c:pt idx="209">
                  <c:v>1329.8218508499999</c:v>
                </c:pt>
                <c:pt idx="210">
                  <c:v>1322.5878197699999</c:v>
                </c:pt>
                <c:pt idx="211">
                  <c:v>1315.39313769</c:v>
                </c:pt>
                <c:pt idx="212">
                  <c:v>1308.23759251</c:v>
                </c:pt>
                <c:pt idx="213">
                  <c:v>1301.12097204</c:v>
                </c:pt>
                <c:pt idx="214">
                  <c:v>1294.04306479</c:v>
                </c:pt>
                <c:pt idx="215">
                  <c:v>1287.00366027</c:v>
                </c:pt>
                <c:pt idx="216">
                  <c:v>1280.0025490600001</c:v>
                </c:pt>
                <c:pt idx="217">
                  <c:v>1273.03952286</c:v>
                </c:pt>
                <c:pt idx="218">
                  <c:v>1266.1143744999999</c:v>
                </c:pt>
                <c:pt idx="219">
                  <c:v>1259.22689793</c:v>
                </c:pt>
                <c:pt idx="220">
                  <c:v>1252.37688822</c:v>
                </c:pt>
                <c:pt idx="221">
                  <c:v>1245.5641415600001</c:v>
                </c:pt>
                <c:pt idx="222">
                  <c:v>1238.78845525</c:v>
                </c:pt>
                <c:pt idx="223">
                  <c:v>1232.0496276700001</c:v>
                </c:pt>
                <c:pt idx="224">
                  <c:v>1225.3474583300001</c:v>
                </c:pt>
                <c:pt idx="225">
                  <c:v>1218.6817478</c:v>
                </c:pt>
                <c:pt idx="226">
                  <c:v>1212.05229777</c:v>
                </c:pt>
                <c:pt idx="227">
                  <c:v>1205.45891097</c:v>
                </c:pt>
                <c:pt idx="228">
                  <c:v>1198.9013912299999</c:v>
                </c:pt>
                <c:pt idx="229">
                  <c:v>1192.37954343</c:v>
                </c:pt>
                <c:pt idx="230">
                  <c:v>1185.89317353</c:v>
                </c:pt>
                <c:pt idx="231">
                  <c:v>1179.4420885300001</c:v>
                </c:pt>
                <c:pt idx="232">
                  <c:v>1173.0260964900001</c:v>
                </c:pt>
                <c:pt idx="233">
                  <c:v>1166.64500651</c:v>
                </c:pt>
                <c:pt idx="234">
                  <c:v>1160.29862871</c:v>
                </c:pt>
                <c:pt idx="235">
                  <c:v>1153.9867742900001</c:v>
                </c:pt>
                <c:pt idx="236">
                  <c:v>1147.7092554200001</c:v>
                </c:pt>
                <c:pt idx="237">
                  <c:v>1141.4658853400001</c:v>
                </c:pt>
                <c:pt idx="238">
                  <c:v>1135.2564782699999</c:v>
                </c:pt>
                <c:pt idx="239">
                  <c:v>1129.08084947</c:v>
                </c:pt>
                <c:pt idx="240">
                  <c:v>1122.93881519</c:v>
                </c:pt>
                <c:pt idx="241">
                  <c:v>1116.8301926700001</c:v>
                </c:pt>
                <c:pt idx="242">
                  <c:v>1110.7548001600001</c:v>
                </c:pt>
                <c:pt idx="243">
                  <c:v>1104.7124569</c:v>
                </c:pt>
                <c:pt idx="244">
                  <c:v>1098.7029831</c:v>
                </c:pt>
                <c:pt idx="245">
                  <c:v>1092.7261999499999</c:v>
                </c:pt>
                <c:pt idx="246">
                  <c:v>1086.7819296299999</c:v>
                </c:pt>
                <c:pt idx="247">
                  <c:v>1080.8699952699999</c:v>
                </c:pt>
                <c:pt idx="248">
                  <c:v>1074.99022096</c:v>
                </c:pt>
                <c:pt idx="249">
                  <c:v>1069.1424317599999</c:v>
                </c:pt>
                <c:pt idx="250">
                  <c:v>1063.32645368</c:v>
                </c:pt>
                <c:pt idx="251">
                  <c:v>1057.5421136699999</c:v>
                </c:pt>
                <c:pt idx="252">
                  <c:v>1051.78923962</c:v>
                </c:pt>
                <c:pt idx="253">
                  <c:v>1046.06766036</c:v>
                </c:pt>
                <c:pt idx="254">
                  <c:v>1040.37720565</c:v>
                </c:pt>
                <c:pt idx="255">
                  <c:v>1034.7177061800001</c:v>
                </c:pt>
                <c:pt idx="256">
                  <c:v>1029.0889935600001</c:v>
                </c:pt>
                <c:pt idx="257">
                  <c:v>1023.49090032</c:v>
                </c:pt>
                <c:pt idx="258">
                  <c:v>1017.92325987</c:v>
                </c:pt>
                <c:pt idx="259">
                  <c:v>1012.38590658</c:v>
                </c:pt>
                <c:pt idx="260">
                  <c:v>1006.87867567</c:v>
                </c:pt>
                <c:pt idx="261">
                  <c:v>1001.4014033</c:v>
                </c:pt>
                <c:pt idx="262">
                  <c:v>995.95392647999995</c:v>
                </c:pt>
                <c:pt idx="263">
                  <c:v>990.53608313799998</c:v>
                </c:pt>
                <c:pt idx="264">
                  <c:v>985.14771207000001</c:v>
                </c:pt>
                <c:pt idx="265">
                  <c:v>979.78865295000003</c:v>
                </c:pt>
                <c:pt idx="266">
                  <c:v>974.45874632599998</c:v>
                </c:pt>
                <c:pt idx="267">
                  <c:v>969.15783361299998</c:v>
                </c:pt>
                <c:pt idx="268">
                  <c:v>963.885757087</c:v>
                </c:pt>
                <c:pt idx="269">
                  <c:v>958.64235988500002</c:v>
                </c:pt>
                <c:pt idx="270">
                  <c:v>953.42748599499998</c:v>
                </c:pt>
                <c:pt idx="271">
                  <c:v>948.24098025499995</c:v>
                </c:pt>
                <c:pt idx="272">
                  <c:v>943.08268834499995</c:v>
                </c:pt>
                <c:pt idx="273">
                  <c:v>937.95245678699996</c:v>
                </c:pt>
                <c:pt idx="274">
                  <c:v>932.85013293600002</c:v>
                </c:pt>
                <c:pt idx="275">
                  <c:v>927.77556497900002</c:v>
                </c:pt>
                <c:pt idx="276">
                  <c:v>922.72860192799999</c:v>
                </c:pt>
                <c:pt idx="277">
                  <c:v>917.70909361600002</c:v>
                </c:pt>
                <c:pt idx="278">
                  <c:v>912.71689069299998</c:v>
                </c:pt>
                <c:pt idx="279">
                  <c:v>907.75184462300001</c:v>
                </c:pt>
                <c:pt idx="280">
                  <c:v>902.81380767500002</c:v>
                </c:pt>
                <c:pt idx="281">
                  <c:v>897.90263292300006</c:v>
                </c:pt>
                <c:pt idx="282">
                  <c:v>893.01817424299998</c:v>
                </c:pt>
                <c:pt idx="283">
                  <c:v>888.16028630200003</c:v>
                </c:pt>
                <c:pt idx="284">
                  <c:v>883.32882455799995</c:v>
                </c:pt>
                <c:pt idx="285">
                  <c:v>878.52364525899998</c:v>
                </c:pt>
                <c:pt idx="286">
                  <c:v>873.74460542999998</c:v>
                </c:pt>
                <c:pt idx="287">
                  <c:v>868.99156287699998</c:v>
                </c:pt>
                <c:pt idx="288">
                  <c:v>864.26437617900001</c:v>
                </c:pt>
                <c:pt idx="289">
                  <c:v>859.56290468400005</c:v>
                </c:pt>
                <c:pt idx="290">
                  <c:v>854.88700850400005</c:v>
                </c:pt>
                <c:pt idx="291">
                  <c:v>850.23654851399999</c:v>
                </c:pt>
                <c:pt idx="292">
                  <c:v>845.61138634400004</c:v>
                </c:pt>
                <c:pt idx="293">
                  <c:v>841.011384378</c:v>
                </c:pt>
                <c:pt idx="294">
                  <c:v>836.43640574899996</c:v>
                </c:pt>
                <c:pt idx="295">
                  <c:v>831.88631433299997</c:v>
                </c:pt>
                <c:pt idx="296">
                  <c:v>827.360974747</c:v>
                </c:pt>
                <c:pt idx="297">
                  <c:v>822.86025234500005</c:v>
                </c:pt>
                <c:pt idx="298">
                  <c:v>818.384013213</c:v>
                </c:pt>
                <c:pt idx="299">
                  <c:v>813.932124165</c:v>
                </c:pt>
                <c:pt idx="300">
                  <c:v>809.50445274100002</c:v>
                </c:pt>
                <c:pt idx="301">
                  <c:v>805.10086720100003</c:v>
                </c:pt>
                <c:pt idx="302">
                  <c:v>800.72123652000005</c:v>
                </c:pt>
                <c:pt idx="303">
                  <c:v>796.36543038800005</c:v>
                </c:pt>
                <c:pt idx="304">
                  <c:v>792.03331920300002</c:v>
                </c:pt>
                <c:pt idx="305">
                  <c:v>787.724774067</c:v>
                </c:pt>
                <c:pt idx="306">
                  <c:v>783.43966678599998</c:v>
                </c:pt>
                <c:pt idx="307">
                  <c:v>779.17786985999999</c:v>
                </c:pt>
                <c:pt idx="308">
                  <c:v>774.939256484</c:v>
                </c:pt>
                <c:pt idx="309">
                  <c:v>770.72370054299995</c:v>
                </c:pt>
                <c:pt idx="310">
                  <c:v>766.53107660900002</c:v>
                </c:pt>
                <c:pt idx="311">
                  <c:v>762.36125993500002</c:v>
                </c:pt>
                <c:pt idx="312">
                  <c:v>758.21412645099997</c:v>
                </c:pt>
                <c:pt idx="313">
                  <c:v>754.089552766</c:v>
                </c:pt>
                <c:pt idx="314">
                  <c:v>749.98741615699998</c:v>
                </c:pt>
                <c:pt idx="315">
                  <c:v>745.90759457000001</c:v>
                </c:pt>
                <c:pt idx="316">
                  <c:v>741.84996661399998</c:v>
                </c:pt>
                <c:pt idx="317">
                  <c:v>737.81441155899995</c:v>
                </c:pt>
                <c:pt idx="318">
                  <c:v>733.80080933199997</c:v>
                </c:pt>
                <c:pt idx="319">
                  <c:v>729.80904051300001</c:v>
                </c:pt>
                <c:pt idx="320">
                  <c:v>725.838986331</c:v>
                </c:pt>
                <c:pt idx="321">
                  <c:v>721.89052866099996</c:v>
                </c:pt>
                <c:pt idx="322">
                  <c:v>717.96355002200005</c:v>
                </c:pt>
                <c:pt idx="323">
                  <c:v>714.05793357200002</c:v>
                </c:pt>
                <c:pt idx="324">
                  <c:v>712.5</c:v>
                </c:pt>
                <c:pt idx="325">
                  <c:v>710.173563102</c:v>
                </c:pt>
                <c:pt idx="326">
                  <c:v>706.31032303799998</c:v>
                </c:pt>
                <c:pt idx="327">
                  <c:v>702.46809843400001</c:v>
                </c:pt>
                <c:pt idx="328">
                  <c:v>698.64677496800005</c:v>
                </c:pt>
                <c:pt idx="329">
                  <c:v>694.84623894200001</c:v>
                </c:pt>
                <c:pt idx="330">
                  <c:v>691.06637727400005</c:v>
                </c:pt>
                <c:pt idx="331">
                  <c:v>687.30707749999999</c:v>
                </c:pt>
                <c:pt idx="332">
                  <c:v>683.56822776599995</c:v>
                </c:pt>
                <c:pt idx="333">
                  <c:v>679.84971682499997</c:v>
                </c:pt>
                <c:pt idx="334">
                  <c:v>676.15143403900004</c:v>
                </c:pt>
                <c:pt idx="335">
                  <c:v>672.47326937000003</c:v>
                </c:pt>
                <c:pt idx="336">
                  <c:v>668.815113376</c:v>
                </c:pt>
                <c:pt idx="337">
                  <c:v>665.17685721600003</c:v>
                </c:pt>
                <c:pt idx="338">
                  <c:v>661.55839263500002</c:v>
                </c:pt>
                <c:pt idx="339">
                  <c:v>657.95961197099996</c:v>
                </c:pt>
                <c:pt idx="340">
                  <c:v>654.38040814600004</c:v>
                </c:pt>
                <c:pt idx="341">
                  <c:v>650.82067466499996</c:v>
                </c:pt>
                <c:pt idx="342">
                  <c:v>647.280305613</c:v>
                </c:pt>
                <c:pt idx="343">
                  <c:v>643.75919564900005</c:v>
                </c:pt>
                <c:pt idx="344">
                  <c:v>640.25724000699995</c:v>
                </c:pt>
                <c:pt idx="345">
                  <c:v>636.77433449</c:v>
                </c:pt>
                <c:pt idx="346">
                  <c:v>633.31037546899995</c:v>
                </c:pt>
                <c:pt idx="347">
                  <c:v>629.86525987599998</c:v>
                </c:pt>
                <c:pt idx="348">
                  <c:v>626.43888520799999</c:v>
                </c:pt>
                <c:pt idx="349">
                  <c:v>623.03114951600003</c:v>
                </c:pt>
                <c:pt idx="350">
                  <c:v>619.64195140599998</c:v>
                </c:pt>
                <c:pt idx="351">
                  <c:v>616.27119003600001</c:v>
                </c:pt>
                <c:pt idx="352">
                  <c:v>612.91876511500004</c:v>
                </c:pt>
                <c:pt idx="353">
                  <c:v>609.58457689299996</c:v>
                </c:pt>
                <c:pt idx="354">
                  <c:v>606.268526167</c:v>
                </c:pt>
                <c:pt idx="355">
                  <c:v>602.97051427099996</c:v>
                </c:pt>
                <c:pt idx="356">
                  <c:v>599.69044307499996</c:v>
                </c:pt>
                <c:pt idx="357">
                  <c:v>596.42821498599994</c:v>
                </c:pt>
                <c:pt idx="358">
                  <c:v>593.18373294000003</c:v>
                </c:pt>
                <c:pt idx="359">
                  <c:v>589.95690039999999</c:v>
                </c:pt>
                <c:pt idx="360">
                  <c:v>586.74762135599997</c:v>
                </c:pt>
                <c:pt idx="361">
                  <c:v>583.55580032</c:v>
                </c:pt>
                <c:pt idx="362">
                  <c:v>580.38134232200002</c:v>
                </c:pt>
                <c:pt idx="363">
                  <c:v>577.22415291000004</c:v>
                </c:pt>
                <c:pt idx="364">
                  <c:v>574.08413814599999</c:v>
                </c:pt>
                <c:pt idx="365">
                  <c:v>570.96120460199995</c:v>
                </c:pt>
                <c:pt idx="366">
                  <c:v>567.85525935800001</c:v>
                </c:pt>
                <c:pt idx="367">
                  <c:v>564.76621000099999</c:v>
                </c:pt>
                <c:pt idx="368">
                  <c:v>561.69396461999997</c:v>
                </c:pt>
                <c:pt idx="369">
                  <c:v>558.638431803</c:v>
                </c:pt>
                <c:pt idx="370">
                  <c:v>555.59952063699996</c:v>
                </c:pt>
                <c:pt idx="371">
                  <c:v>552.57714070099996</c:v>
                </c:pt>
                <c:pt idx="372">
                  <c:v>549.57120207000003</c:v>
                </c:pt>
                <c:pt idx="373">
                  <c:v>546.58161530400002</c:v>
                </c:pt>
                <c:pt idx="374">
                  <c:v>543.608291452</c:v>
                </c:pt>
                <c:pt idx="375">
                  <c:v>540.65114204500003</c:v>
                </c:pt>
                <c:pt idx="376">
                  <c:v>537.71007909800005</c:v>
                </c:pt>
                <c:pt idx="377">
                  <c:v>534.78501510199999</c:v>
                </c:pt>
                <c:pt idx="378">
                  <c:v>531.87586302600005</c:v>
                </c:pt>
                <c:pt idx="379">
                  <c:v>528.98253631</c:v>
                </c:pt>
                <c:pt idx="380">
                  <c:v>526.10494886699996</c:v>
                </c:pt>
                <c:pt idx="381">
                  <c:v>523.24301507799998</c:v>
                </c:pt>
                <c:pt idx="382">
                  <c:v>520.39664978999997</c:v>
                </c:pt>
                <c:pt idx="383">
                  <c:v>517.56576831100006</c:v>
                </c:pt>
                <c:pt idx="384">
                  <c:v>514.75028641200004</c:v>
                </c:pt>
                <c:pt idx="385">
                  <c:v>511.95012032199998</c:v>
                </c:pt>
                <c:pt idx="386">
                  <c:v>509.16518672500001</c:v>
                </c:pt>
                <c:pt idx="387">
                  <c:v>506.39540275899998</c:v>
                </c:pt>
                <c:pt idx="388">
                  <c:v>503.64068601100001</c:v>
                </c:pt>
                <c:pt idx="389">
                  <c:v>500.90095451899998</c:v>
                </c:pt>
                <c:pt idx="390">
                  <c:v>498.176126764</c:v>
                </c:pt>
                <c:pt idx="391">
                  <c:v>495.46612167199999</c:v>
                </c:pt>
                <c:pt idx="392">
                  <c:v>492.77085861099999</c:v>
                </c:pt>
                <c:pt idx="393">
                  <c:v>490.09025738600002</c:v>
                </c:pt>
                <c:pt idx="394">
                  <c:v>487.42423823899998</c:v>
                </c:pt>
                <c:pt idx="395">
                  <c:v>484.77272184499998</c:v>
                </c:pt>
                <c:pt idx="396">
                  <c:v>482.135629311</c:v>
                </c:pt>
                <c:pt idx="397">
                  <c:v>479.51288217400003</c:v>
                </c:pt>
                <c:pt idx="398">
                  <c:v>476.90440239700001</c:v>
                </c:pt>
                <c:pt idx="399">
                  <c:v>474.31011236799998</c:v>
                </c:pt>
                <c:pt idx="400">
                  <c:v>471.72993489599997</c:v>
                </c:pt>
                <c:pt idx="401">
                  <c:v>469.16379321099998</c:v>
                </c:pt>
                <c:pt idx="402">
                  <c:v>466.61161096000001</c:v>
                </c:pt>
                <c:pt idx="403">
                  <c:v>464.07331220700001</c:v>
                </c:pt>
                <c:pt idx="404">
                  <c:v>461.54882142700001</c:v>
                </c:pt>
                <c:pt idx="405">
                  <c:v>459.038063507</c:v>
                </c:pt>
                <c:pt idx="406">
                  <c:v>456.54096374099998</c:v>
                </c:pt>
                <c:pt idx="407">
                  <c:v>454.05744783300003</c:v>
                </c:pt>
                <c:pt idx="408">
                  <c:v>451.58744188700001</c:v>
                </c:pt>
                <c:pt idx="409">
                  <c:v>449.13087240999999</c:v>
                </c:pt>
                <c:pt idx="410">
                  <c:v>446.68766631199998</c:v>
                </c:pt>
                <c:pt idx="411">
                  <c:v>444.25775089699999</c:v>
                </c:pt>
                <c:pt idx="412">
                  <c:v>441.84105386499999</c:v>
                </c:pt>
                <c:pt idx="413">
                  <c:v>439.437503311</c:v>
                </c:pt>
                <c:pt idx="414">
                  <c:v>437.04702772000002</c:v>
                </c:pt>
                <c:pt idx="415">
                  <c:v>434.66955596499997</c:v>
                </c:pt>
                <c:pt idx="416">
                  <c:v>432.305017308</c:v>
                </c:pt>
                <c:pt idx="417">
                  <c:v>429.95334139400001</c:v>
                </c:pt>
                <c:pt idx="418">
                  <c:v>427.61445825300001</c:v>
                </c:pt>
                <c:pt idx="419">
                  <c:v>425.28829829300003</c:v>
                </c:pt>
                <c:pt idx="420">
                  <c:v>422.97479230300002</c:v>
                </c:pt>
                <c:pt idx="421">
                  <c:v>420.67387144600002</c:v>
                </c:pt>
                <c:pt idx="422">
                  <c:v>418.38546725999998</c:v>
                </c:pt>
                <c:pt idx="423">
                  <c:v>416.10951165900002</c:v>
                </c:pt>
                <c:pt idx="424">
                  <c:v>413.84593692099997</c:v>
                </c:pt>
                <c:pt idx="425">
                  <c:v>411.59467569899999</c:v>
                </c:pt>
                <c:pt idx="426">
                  <c:v>409.35566100800003</c:v>
                </c:pt>
                <c:pt idx="427">
                  <c:v>407.12882622799998</c:v>
                </c:pt>
                <c:pt idx="428">
                  <c:v>404.914105103</c:v>
                </c:pt>
                <c:pt idx="429">
                  <c:v>402.71143173600001</c:v>
                </c:pt>
                <c:pt idx="430">
                  <c:v>400.52074059</c:v>
                </c:pt>
                <c:pt idx="431">
                  <c:v>398.34196648199998</c:v>
                </c:pt>
                <c:pt idx="432">
                  <c:v>396.17504458500002</c:v>
                </c:pt>
                <c:pt idx="433">
                  <c:v>394.01991042700001</c:v>
                </c:pt>
                <c:pt idx="434">
                  <c:v>391.87649988200002</c:v>
                </c:pt>
                <c:pt idx="435">
                  <c:v>389.74474917600003</c:v>
                </c:pt>
                <c:pt idx="436">
                  <c:v>387.62459488100001</c:v>
                </c:pt>
                <c:pt idx="437">
                  <c:v>385.51597391500002</c:v>
                </c:pt>
                <c:pt idx="438">
                  <c:v>383.41882353800003</c:v>
                </c:pt>
                <c:pt idx="439">
                  <c:v>381.33308135200002</c:v>
                </c:pt>
                <c:pt idx="440">
                  <c:v>379.258685297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835-A048-B9D0-B5E592F565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600"/>
          <c:min val="0"/>
        </c:scaling>
        <c:delete val="0"/>
        <c:axPos val="l"/>
        <c:majorGridlines>
          <c:spPr>
            <a:ln w="9525">
              <a:solidFill>
                <a:srgbClr val="D7E1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IN">
                    <a:latin typeface="Arial"/>
                    <a:ea typeface="Arial"/>
                    <a:cs typeface="Arial"/>
                  </a:rPr>
                  <a:t>Voltage (kV)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400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IN">
                    <a:latin typeface="Arial"/>
                    <a:ea typeface="Arial"/>
                    <a:cs typeface="Arial"/>
                  </a:rPr>
                  <a:t>Time (µs)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25"/>
      </c:valAx>
      <c:spPr>
        <a:solidFill>
          <a:srgbClr val="F7F7F2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7F7F2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Healthy</c:v>
          </c:tx>
          <c:spPr>
            <a:ln w="33338">
              <a:solidFill>
                <a:srgbClr val="0C8C98"/>
              </a:solidFill>
              <a:prstDash val="solid"/>
            </a:ln>
          </c:spPr>
          <c:marker>
            <c:symbol val="none"/>
          </c:marker>
          <c:xVal>
            <c:numRef>
              <c:f>'Chart Data'!$A$2:$A$209</c:f>
              <c:numCache>
                <c:formatCode>General</c:formatCode>
                <c:ptCount val="208"/>
                <c:pt idx="0">
                  <c:v>0</c:v>
                </c:pt>
                <c:pt idx="1">
                  <c:v>2.01005025126E-2</c:v>
                </c:pt>
                <c:pt idx="2">
                  <c:v>4.0201005025100003E-2</c:v>
                </c:pt>
                <c:pt idx="3">
                  <c:v>6.03015075377E-2</c:v>
                </c:pt>
                <c:pt idx="4">
                  <c:v>8.0402010050299996E-2</c:v>
                </c:pt>
                <c:pt idx="5">
                  <c:v>0.100502512563</c:v>
                </c:pt>
                <c:pt idx="6">
                  <c:v>0.120603015075</c:v>
                </c:pt>
                <c:pt idx="7">
                  <c:v>0.14070351758800001</c:v>
                </c:pt>
                <c:pt idx="8">
                  <c:v>0.16080402010100001</c:v>
                </c:pt>
                <c:pt idx="9">
                  <c:v>0.180904522613</c:v>
                </c:pt>
                <c:pt idx="10">
                  <c:v>0.20100502512599999</c:v>
                </c:pt>
                <c:pt idx="11">
                  <c:v>0.22110552763800001</c:v>
                </c:pt>
                <c:pt idx="12">
                  <c:v>0.24120603015100001</c:v>
                </c:pt>
                <c:pt idx="13">
                  <c:v>0.26130653266300002</c:v>
                </c:pt>
                <c:pt idx="14">
                  <c:v>0.28140703517600002</c:v>
                </c:pt>
                <c:pt idx="15">
                  <c:v>0.30150753768799998</c:v>
                </c:pt>
                <c:pt idx="16">
                  <c:v>0.32160804020099998</c:v>
                </c:pt>
                <c:pt idx="17">
                  <c:v>0.34170854271399997</c:v>
                </c:pt>
                <c:pt idx="18">
                  <c:v>0.36180904522599999</c:v>
                </c:pt>
                <c:pt idx="19">
                  <c:v>0.38190954773899999</c:v>
                </c:pt>
                <c:pt idx="20">
                  <c:v>0.40201005025100001</c:v>
                </c:pt>
                <c:pt idx="21">
                  <c:v>0.422110552764</c:v>
                </c:pt>
                <c:pt idx="22">
                  <c:v>0.44221105527600002</c:v>
                </c:pt>
                <c:pt idx="23">
                  <c:v>0.46231155778900002</c:v>
                </c:pt>
                <c:pt idx="24">
                  <c:v>0.48241206030200001</c:v>
                </c:pt>
                <c:pt idx="25">
                  <c:v>0.50251256281400003</c:v>
                </c:pt>
                <c:pt idx="26">
                  <c:v>0.52261306532700003</c:v>
                </c:pt>
                <c:pt idx="27">
                  <c:v>0.54271356783900004</c:v>
                </c:pt>
                <c:pt idx="28">
                  <c:v>0.56281407035200004</c:v>
                </c:pt>
                <c:pt idx="29">
                  <c:v>0.58291457286399995</c:v>
                </c:pt>
                <c:pt idx="30">
                  <c:v>0.60301507537700005</c:v>
                </c:pt>
                <c:pt idx="31">
                  <c:v>0.62311557788899996</c:v>
                </c:pt>
                <c:pt idx="32">
                  <c:v>0.64321608040199996</c:v>
                </c:pt>
                <c:pt idx="33">
                  <c:v>0.66331658291499995</c:v>
                </c:pt>
                <c:pt idx="34">
                  <c:v>0.68341708542699997</c:v>
                </c:pt>
                <c:pt idx="35">
                  <c:v>0.70351758793999997</c:v>
                </c:pt>
                <c:pt idx="36">
                  <c:v>0.72361809045199998</c:v>
                </c:pt>
                <c:pt idx="37">
                  <c:v>0.74371859296499998</c:v>
                </c:pt>
                <c:pt idx="38">
                  <c:v>0.763819095477</c:v>
                </c:pt>
                <c:pt idx="39">
                  <c:v>0.78391959798999999</c:v>
                </c:pt>
                <c:pt idx="40">
                  <c:v>0.80402010050299999</c:v>
                </c:pt>
                <c:pt idx="41">
                  <c:v>0.82412060301500001</c:v>
                </c:pt>
                <c:pt idx="42">
                  <c:v>0.844221105528</c:v>
                </c:pt>
                <c:pt idx="43">
                  <c:v>0.86432160804000002</c:v>
                </c:pt>
                <c:pt idx="44">
                  <c:v>0.88442211055300002</c:v>
                </c:pt>
                <c:pt idx="45">
                  <c:v>0.90452261306500004</c:v>
                </c:pt>
                <c:pt idx="46">
                  <c:v>0.92462311557800003</c:v>
                </c:pt>
                <c:pt idx="47">
                  <c:v>0.94472361809000005</c:v>
                </c:pt>
                <c:pt idx="48">
                  <c:v>0.96482412060300005</c:v>
                </c:pt>
                <c:pt idx="49">
                  <c:v>0.98492462311600004</c:v>
                </c:pt>
                <c:pt idx="50">
                  <c:v>1.00502512563</c:v>
                </c:pt>
                <c:pt idx="51">
                  <c:v>1.0251256281400001</c:v>
                </c:pt>
                <c:pt idx="52">
                  <c:v>1.0452261306499999</c:v>
                </c:pt>
                <c:pt idx="53">
                  <c:v>1.06532663317</c:v>
                </c:pt>
                <c:pt idx="54">
                  <c:v>1.08542713568</c:v>
                </c:pt>
                <c:pt idx="55">
                  <c:v>1.1055276381900001</c:v>
                </c:pt>
                <c:pt idx="56">
                  <c:v>1.1256281406999999</c:v>
                </c:pt>
                <c:pt idx="57">
                  <c:v>1.14572864322</c:v>
                </c:pt>
                <c:pt idx="58">
                  <c:v>1.1658291457300001</c:v>
                </c:pt>
                <c:pt idx="59">
                  <c:v>1.1859296482399999</c:v>
                </c:pt>
                <c:pt idx="60">
                  <c:v>1.20603015075</c:v>
                </c:pt>
                <c:pt idx="61">
                  <c:v>1.22613065327</c:v>
                </c:pt>
                <c:pt idx="62">
                  <c:v>1.2462311557800001</c:v>
                </c:pt>
                <c:pt idx="63">
                  <c:v>1.2663316582899999</c:v>
                </c:pt>
                <c:pt idx="64">
                  <c:v>1.2864321608</c:v>
                </c:pt>
                <c:pt idx="65">
                  <c:v>1.3065326633200001</c:v>
                </c:pt>
                <c:pt idx="66">
                  <c:v>1.3266331658299999</c:v>
                </c:pt>
                <c:pt idx="67">
                  <c:v>1.34673366834</c:v>
                </c:pt>
                <c:pt idx="68">
                  <c:v>1.36683417085</c:v>
                </c:pt>
                <c:pt idx="69">
                  <c:v>1.3869346733700001</c:v>
                </c:pt>
                <c:pt idx="70">
                  <c:v>1.4070351758799999</c:v>
                </c:pt>
                <c:pt idx="71">
                  <c:v>1.42713567839</c:v>
                </c:pt>
                <c:pt idx="72">
                  <c:v>1.4472361809000001</c:v>
                </c:pt>
                <c:pt idx="73">
                  <c:v>1.4673366834199999</c:v>
                </c:pt>
                <c:pt idx="74">
                  <c:v>1.48743718593</c:v>
                </c:pt>
                <c:pt idx="75">
                  <c:v>1.50753768844</c:v>
                </c:pt>
                <c:pt idx="76">
                  <c:v>1.5276381909500001</c:v>
                </c:pt>
                <c:pt idx="77">
                  <c:v>1.5477386934699999</c:v>
                </c:pt>
                <c:pt idx="78">
                  <c:v>1.56783919598</c:v>
                </c:pt>
                <c:pt idx="79">
                  <c:v>1.5879396984900001</c:v>
                </c:pt>
                <c:pt idx="80">
                  <c:v>1.6080402010099999</c:v>
                </c:pt>
                <c:pt idx="81">
                  <c:v>1.62814070352</c:v>
                </c:pt>
                <c:pt idx="82">
                  <c:v>1.64824120603</c:v>
                </c:pt>
                <c:pt idx="83">
                  <c:v>1.6683417085400001</c:v>
                </c:pt>
                <c:pt idx="84">
                  <c:v>1.6884422110599999</c:v>
                </c:pt>
                <c:pt idx="85">
                  <c:v>1.70854271357</c:v>
                </c:pt>
                <c:pt idx="86">
                  <c:v>1.72864321608</c:v>
                </c:pt>
                <c:pt idx="87">
                  <c:v>1.7487437185900001</c:v>
                </c:pt>
                <c:pt idx="88">
                  <c:v>1.7688442211099999</c:v>
                </c:pt>
                <c:pt idx="89">
                  <c:v>1.78894472362</c:v>
                </c:pt>
                <c:pt idx="90">
                  <c:v>1.8090452261300001</c:v>
                </c:pt>
                <c:pt idx="91">
                  <c:v>1.8291457286399999</c:v>
                </c:pt>
                <c:pt idx="92">
                  <c:v>1.84924623116</c:v>
                </c:pt>
                <c:pt idx="93">
                  <c:v>1.86934673367</c:v>
                </c:pt>
                <c:pt idx="94">
                  <c:v>1.8894472361800001</c:v>
                </c:pt>
                <c:pt idx="95">
                  <c:v>1.9095477386899999</c:v>
                </c:pt>
                <c:pt idx="96">
                  <c:v>1.92964824121</c:v>
                </c:pt>
                <c:pt idx="97">
                  <c:v>1.9497487437200001</c:v>
                </c:pt>
                <c:pt idx="98">
                  <c:v>1.9698492462299999</c:v>
                </c:pt>
                <c:pt idx="99">
                  <c:v>1.98994974874</c:v>
                </c:pt>
                <c:pt idx="100">
                  <c:v>2.01005025126</c:v>
                </c:pt>
                <c:pt idx="101">
                  <c:v>2.0301507537700001</c:v>
                </c:pt>
                <c:pt idx="102">
                  <c:v>2.0502512562800002</c:v>
                </c:pt>
                <c:pt idx="103">
                  <c:v>2.0703517587900002</c:v>
                </c:pt>
                <c:pt idx="104">
                  <c:v>2.0904522613099998</c:v>
                </c:pt>
                <c:pt idx="105">
                  <c:v>2.1105527638199999</c:v>
                </c:pt>
                <c:pt idx="106">
                  <c:v>2.1266904956500001</c:v>
                </c:pt>
                <c:pt idx="107">
                  <c:v>2.13065326633</c:v>
                </c:pt>
                <c:pt idx="108">
                  <c:v>2.15075376884</c:v>
                </c:pt>
                <c:pt idx="109">
                  <c:v>2.1708542713600001</c:v>
                </c:pt>
                <c:pt idx="110">
                  <c:v>2.1909547738700001</c:v>
                </c:pt>
                <c:pt idx="111">
                  <c:v>2.2110552763800002</c:v>
                </c:pt>
                <c:pt idx="112">
                  <c:v>2.2311557788899998</c:v>
                </c:pt>
                <c:pt idx="113">
                  <c:v>2.2512562814099999</c:v>
                </c:pt>
                <c:pt idx="114">
                  <c:v>2.27135678392</c:v>
                </c:pt>
                <c:pt idx="115">
                  <c:v>2.29145728643</c:v>
                </c:pt>
                <c:pt idx="116">
                  <c:v>2.3115577889400001</c:v>
                </c:pt>
                <c:pt idx="117">
                  <c:v>2.3316582914600001</c:v>
                </c:pt>
                <c:pt idx="118">
                  <c:v>2.3517587939700002</c:v>
                </c:pt>
                <c:pt idx="119">
                  <c:v>2.3718592964799998</c:v>
                </c:pt>
                <c:pt idx="120">
                  <c:v>2.3919597989899999</c:v>
                </c:pt>
                <c:pt idx="121">
                  <c:v>2.4120603015099999</c:v>
                </c:pt>
                <c:pt idx="122">
                  <c:v>2.43216080402</c:v>
                </c:pt>
                <c:pt idx="123">
                  <c:v>2.4522613065300001</c:v>
                </c:pt>
                <c:pt idx="124">
                  <c:v>2.4723618090500001</c:v>
                </c:pt>
                <c:pt idx="125">
                  <c:v>2.4924623115600002</c:v>
                </c:pt>
                <c:pt idx="126">
                  <c:v>2.5125628140699998</c:v>
                </c:pt>
                <c:pt idx="127">
                  <c:v>2.5326633165799999</c:v>
                </c:pt>
                <c:pt idx="128">
                  <c:v>2.5527638190999999</c:v>
                </c:pt>
                <c:pt idx="129">
                  <c:v>2.57286432161</c:v>
                </c:pt>
                <c:pt idx="130">
                  <c:v>2.5929648241200001</c:v>
                </c:pt>
                <c:pt idx="131">
                  <c:v>2.6130653266300001</c:v>
                </c:pt>
                <c:pt idx="132">
                  <c:v>2.6331658291500002</c:v>
                </c:pt>
                <c:pt idx="133">
                  <c:v>2.6532663316599998</c:v>
                </c:pt>
                <c:pt idx="134">
                  <c:v>2.6733668341699999</c:v>
                </c:pt>
                <c:pt idx="135">
                  <c:v>2.6934673366799999</c:v>
                </c:pt>
                <c:pt idx="136">
                  <c:v>2.7135678392</c:v>
                </c:pt>
                <c:pt idx="137">
                  <c:v>2.7336683417100001</c:v>
                </c:pt>
                <c:pt idx="138">
                  <c:v>2.7537688442200001</c:v>
                </c:pt>
                <c:pt idx="139">
                  <c:v>2.7738693467300002</c:v>
                </c:pt>
                <c:pt idx="140">
                  <c:v>2.7939698492499998</c:v>
                </c:pt>
                <c:pt idx="141">
                  <c:v>2.8140703517599999</c:v>
                </c:pt>
                <c:pt idx="142">
                  <c:v>2.8341708542699999</c:v>
                </c:pt>
                <c:pt idx="143">
                  <c:v>2.85427135678</c:v>
                </c:pt>
                <c:pt idx="144">
                  <c:v>2.8743718593000001</c:v>
                </c:pt>
                <c:pt idx="145">
                  <c:v>2.8944723618100001</c:v>
                </c:pt>
                <c:pt idx="146">
                  <c:v>2.9145728643200002</c:v>
                </c:pt>
                <c:pt idx="147">
                  <c:v>2.9346733668299998</c:v>
                </c:pt>
                <c:pt idx="148">
                  <c:v>2.9547738693499999</c:v>
                </c:pt>
                <c:pt idx="149">
                  <c:v>2.9748743718599999</c:v>
                </c:pt>
                <c:pt idx="150">
                  <c:v>2.99497487437</c:v>
                </c:pt>
                <c:pt idx="151">
                  <c:v>3.01507537688</c:v>
                </c:pt>
                <c:pt idx="152">
                  <c:v>3.0351758794000001</c:v>
                </c:pt>
                <c:pt idx="153">
                  <c:v>3.0552763819100002</c:v>
                </c:pt>
                <c:pt idx="154">
                  <c:v>3.0753768844199998</c:v>
                </c:pt>
                <c:pt idx="155">
                  <c:v>3.0954773869299999</c:v>
                </c:pt>
                <c:pt idx="156">
                  <c:v>3.1155778894499999</c:v>
                </c:pt>
                <c:pt idx="157">
                  <c:v>3.13567839196</c:v>
                </c:pt>
                <c:pt idx="158">
                  <c:v>3.15577889447</c:v>
                </c:pt>
                <c:pt idx="159">
                  <c:v>3.1758793969800001</c:v>
                </c:pt>
                <c:pt idx="160">
                  <c:v>3.1959798995000002</c:v>
                </c:pt>
                <c:pt idx="161">
                  <c:v>3.2160804020099998</c:v>
                </c:pt>
                <c:pt idx="162">
                  <c:v>3.2361809045199998</c:v>
                </c:pt>
                <c:pt idx="163">
                  <c:v>3.2562814070399999</c:v>
                </c:pt>
                <c:pt idx="164">
                  <c:v>3.27638190955</c:v>
                </c:pt>
                <c:pt idx="165">
                  <c:v>3.29648241206</c:v>
                </c:pt>
                <c:pt idx="166">
                  <c:v>3.3165829145700001</c:v>
                </c:pt>
                <c:pt idx="167">
                  <c:v>3.3366834170900002</c:v>
                </c:pt>
                <c:pt idx="168">
                  <c:v>3.3567839196000002</c:v>
                </c:pt>
                <c:pt idx="169">
                  <c:v>3.3768844221099998</c:v>
                </c:pt>
                <c:pt idx="170">
                  <c:v>3.3969849246199999</c:v>
                </c:pt>
                <c:pt idx="171">
                  <c:v>3.41708542714</c:v>
                </c:pt>
                <c:pt idx="172">
                  <c:v>3.43718592965</c:v>
                </c:pt>
                <c:pt idx="173">
                  <c:v>3.4572864321600001</c:v>
                </c:pt>
                <c:pt idx="174">
                  <c:v>3.4773869346700002</c:v>
                </c:pt>
                <c:pt idx="175">
                  <c:v>3.4974874371900002</c:v>
                </c:pt>
                <c:pt idx="176">
                  <c:v>3.5175879396999998</c:v>
                </c:pt>
                <c:pt idx="177">
                  <c:v>3.5376884422099999</c:v>
                </c:pt>
                <c:pt idx="178">
                  <c:v>3.55778894472</c:v>
                </c:pt>
                <c:pt idx="179">
                  <c:v>3.57788944724</c:v>
                </c:pt>
                <c:pt idx="180">
                  <c:v>3.5979899497500001</c:v>
                </c:pt>
                <c:pt idx="181">
                  <c:v>3.6180904522600001</c:v>
                </c:pt>
                <c:pt idx="182">
                  <c:v>3.6381909547700002</c:v>
                </c:pt>
                <c:pt idx="183">
                  <c:v>3.6582914572899998</c:v>
                </c:pt>
                <c:pt idx="184">
                  <c:v>3.6783919597999999</c:v>
                </c:pt>
                <c:pt idx="185">
                  <c:v>3.69849246231</c:v>
                </c:pt>
                <c:pt idx="186">
                  <c:v>3.71859296482</c:v>
                </c:pt>
                <c:pt idx="187">
                  <c:v>3.7386934673400001</c:v>
                </c:pt>
                <c:pt idx="188">
                  <c:v>3.7587939698500001</c:v>
                </c:pt>
                <c:pt idx="189">
                  <c:v>3.7788944723600002</c:v>
                </c:pt>
                <c:pt idx="190">
                  <c:v>3.7989949748699998</c:v>
                </c:pt>
                <c:pt idx="191">
                  <c:v>3.8190954773899999</c:v>
                </c:pt>
                <c:pt idx="192">
                  <c:v>3.8391959798999999</c:v>
                </c:pt>
                <c:pt idx="193">
                  <c:v>3.85929648241</c:v>
                </c:pt>
                <c:pt idx="194">
                  <c:v>3.8793969849200001</c:v>
                </c:pt>
                <c:pt idx="195">
                  <c:v>3.8994974874400001</c:v>
                </c:pt>
                <c:pt idx="196">
                  <c:v>3.9195979899500002</c:v>
                </c:pt>
                <c:pt idx="197">
                  <c:v>3.9396984924599998</c:v>
                </c:pt>
                <c:pt idx="198">
                  <c:v>3.9597989949699999</c:v>
                </c:pt>
                <c:pt idx="199">
                  <c:v>3.9798994974899999</c:v>
                </c:pt>
                <c:pt idx="200">
                  <c:v>4</c:v>
                </c:pt>
                <c:pt idx="201">
                  <c:v>4.4016736401700003</c:v>
                </c:pt>
                <c:pt idx="202">
                  <c:v>4.8033472803299997</c:v>
                </c:pt>
                <c:pt idx="203">
                  <c:v>5.2050209205</c:v>
                </c:pt>
                <c:pt idx="204">
                  <c:v>5.6066945606700003</c:v>
                </c:pt>
                <c:pt idx="205">
                  <c:v>6.0083682008399997</c:v>
                </c:pt>
                <c:pt idx="206">
                  <c:v>6.410041841</c:v>
                </c:pt>
                <c:pt idx="207">
                  <c:v>6.8117154811700003</c:v>
                </c:pt>
              </c:numCache>
            </c:numRef>
          </c:xVal>
          <c:yVal>
            <c:numRef>
              <c:f>'Chart Data'!$B$2:$B$209</c:f>
              <c:numCache>
                <c:formatCode>#,##0</c:formatCode>
                <c:ptCount val="208"/>
                <c:pt idx="0">
                  <c:v>0</c:v>
                </c:pt>
                <c:pt idx="1">
                  <c:v>15.5977558007</c:v>
                </c:pt>
                <c:pt idx="2">
                  <c:v>52.836222591000002</c:v>
                </c:pt>
                <c:pt idx="3">
                  <c:v>101.79167422899999</c:v>
                </c:pt>
                <c:pt idx="4">
                  <c:v>156.52622470700001</c:v>
                </c:pt>
                <c:pt idx="5">
                  <c:v>213.510938071</c:v>
                </c:pt>
                <c:pt idx="6">
                  <c:v>270.671626909</c:v>
                </c:pt>
                <c:pt idx="7">
                  <c:v>326.81150711800001</c:v>
                </c:pt>
                <c:pt idx="8">
                  <c:v>381.26192636899998</c:v>
                </c:pt>
                <c:pt idx="9">
                  <c:v>433.67112026400002</c:v>
                </c:pt>
                <c:pt idx="10">
                  <c:v>483.87649875199997</c:v>
                </c:pt>
                <c:pt idx="11">
                  <c:v>531.82748015799996</c:v>
                </c:pt>
                <c:pt idx="12">
                  <c:v>577.53891133699994</c:v>
                </c:pt>
                <c:pt idx="13">
                  <c:v>621.06299315199999</c:v>
                </c:pt>
                <c:pt idx="14">
                  <c:v>662.47240000600004</c:v>
                </c:pt>
                <c:pt idx="15">
                  <c:v>701.85016880299997</c:v>
                </c:pt>
                <c:pt idx="16">
                  <c:v>739.283679678</c:v>
                </c:pt>
                <c:pt idx="17">
                  <c:v>774.86110824399998</c:v>
                </c:pt>
                <c:pt idx="18">
                  <c:v>808.66936891900002</c:v>
                </c:pt>
                <c:pt idx="19">
                  <c:v>840.79295623999997</c:v>
                </c:pt>
                <c:pt idx="20">
                  <c:v>871.31332539799996</c:v>
                </c:pt>
                <c:pt idx="21">
                  <c:v>900.308595083</c:v>
                </c:pt>
                <c:pt idx="22">
                  <c:v>927.85344156799999</c:v>
                </c:pt>
                <c:pt idx="23">
                  <c:v>954.01910486400004</c:v>
                </c:pt>
                <c:pt idx="24">
                  <c:v>978.87345925700004</c:v>
                </c:pt>
                <c:pt idx="25">
                  <c:v>1002.4811195</c:v>
                </c:pt>
                <c:pt idx="26">
                  <c:v>1024.9035654300001</c:v>
                </c:pt>
                <c:pt idx="27">
                  <c:v>1046.1992748099999</c:v>
                </c:pt>
                <c:pt idx="28">
                  <c:v>1066.4238582600001</c:v>
                </c:pt>
                <c:pt idx="29">
                  <c:v>1085.63019276</c:v>
                </c:pt>
                <c:pt idx="30">
                  <c:v>1103.8685517700001</c:v>
                </c:pt>
                <c:pt idx="31">
                  <c:v>1121.18673087</c:v>
                </c:pt>
                <c:pt idx="32">
                  <c:v>1137.63016827</c:v>
                </c:pt>
                <c:pt idx="33">
                  <c:v>1153.24206018</c:v>
                </c:pt>
                <c:pt idx="34">
                  <c:v>1168.0634708699999</c:v>
                </c:pt>
                <c:pt idx="35">
                  <c:v>1182.13343749</c:v>
                </c:pt>
                <c:pt idx="36">
                  <c:v>1195.4890699699999</c:v>
                </c:pt>
                <c:pt idx="37">
                  <c:v>1208.16564604</c:v>
                </c:pt>
                <c:pt idx="38">
                  <c:v>1220.19670161</c:v>
                </c:pt>
                <c:pt idx="39">
                  <c:v>1231.6141166800001</c:v>
                </c:pt>
                <c:pt idx="40">
                  <c:v>1242.44819717</c:v>
                </c:pt>
                <c:pt idx="41">
                  <c:v>1252.7277525100001</c:v>
                </c:pt>
                <c:pt idx="42">
                  <c:v>1262.48016962</c:v>
                </c:pt>
                <c:pt idx="43">
                  <c:v>1271.7314831000001</c:v>
                </c:pt>
                <c:pt idx="44">
                  <c:v>1280.5064419800001</c:v>
                </c:pt>
                <c:pt idx="45">
                  <c:v>1288.8285732700001</c:v>
                </c:pt>
                <c:pt idx="46">
                  <c:v>1296.7202422099999</c:v>
                </c:pt>
                <c:pt idx="47">
                  <c:v>1304.2027097</c:v>
                </c:pt>
                <c:pt idx="48">
                  <c:v>1311.2961868100001</c:v>
                </c:pt>
                <c:pt idx="49">
                  <c:v>1318.01988661</c:v>
                </c:pt>
                <c:pt idx="50">
                  <c:v>1324.3920734599999</c:v>
                </c:pt>
                <c:pt idx="51">
                  <c:v>1330.43010985</c:v>
                </c:pt>
                <c:pt idx="52">
                  <c:v>1336.15050094</c:v>
                </c:pt>
                <c:pt idx="53">
                  <c:v>1341.56893689</c:v>
                </c:pt>
                <c:pt idx="54">
                  <c:v>1346.70033309</c:v>
                </c:pt>
                <c:pt idx="55">
                  <c:v>1351.5588684500001</c:v>
                </c:pt>
                <c:pt idx="56">
                  <c:v>1356.15802173</c:v>
                </c:pt>
                <c:pt idx="57">
                  <c:v>1360.5106061399999</c:v>
                </c:pt>
                <c:pt idx="58">
                  <c:v>1364.62880217</c:v>
                </c:pt>
                <c:pt idx="59">
                  <c:v>1368.52418889</c:v>
                </c:pt>
                <c:pt idx="60">
                  <c:v>1372.2077735800001</c:v>
                </c:pt>
                <c:pt idx="61">
                  <c:v>1375.6900200099999</c:v>
                </c:pt>
                <c:pt idx="62">
                  <c:v>1378.9808752599999</c:v>
                </c:pt>
                <c:pt idx="63">
                  <c:v>1382.08979525</c:v>
                </c:pt>
                <c:pt idx="64">
                  <c:v>1385.0257689499999</c:v>
                </c:pt>
                <c:pt idx="65">
                  <c:v>1387.79734149</c:v>
                </c:pt>
                <c:pt idx="66">
                  <c:v>1390.4126360600001</c:v>
                </c:pt>
                <c:pt idx="67">
                  <c:v>1392.87937472</c:v>
                </c:pt>
                <c:pt idx="68">
                  <c:v>1395.20489823</c:v>
                </c:pt>
                <c:pt idx="69">
                  <c:v>1397.39618488</c:v>
                </c:pt>
                <c:pt idx="70">
                  <c:v>1399.4598683700001</c:v>
                </c:pt>
                <c:pt idx="71">
                  <c:v>1401.4022548400001</c:v>
                </c:pt>
                <c:pt idx="72">
                  <c:v>1403.22933906</c:v>
                </c:pt>
                <c:pt idx="73">
                  <c:v>1404.94681975</c:v>
                </c:pt>
                <c:pt idx="74">
                  <c:v>1406.5601142600001</c:v>
                </c:pt>
                <c:pt idx="75">
                  <c:v>1408.0743724399999</c:v>
                </c:pt>
                <c:pt idx="76">
                  <c:v>1409.4944898399999</c:v>
                </c:pt>
                <c:pt idx="77">
                  <c:v>1410.8251202599999</c:v>
                </c:pt>
                <c:pt idx="78">
                  <c:v>1412.0706877299999</c:v>
                </c:pt>
                <c:pt idx="79">
                  <c:v>1413.2353978000001</c:v>
                </c:pt>
                <c:pt idx="80">
                  <c:v>1414.3232483700001</c:v>
                </c:pt>
                <c:pt idx="81">
                  <c:v>1415.33803992</c:v>
                </c:pt>
                <c:pt idx="82">
                  <c:v>1416.2833852799999</c:v>
                </c:pt>
                <c:pt idx="83">
                  <c:v>1417.1627188699999</c:v>
                </c:pt>
                <c:pt idx="84">
                  <c:v>1417.97930552</c:v>
                </c:pt>
                <c:pt idx="85">
                  <c:v>1418.7362488599999</c:v>
                </c:pt>
                <c:pt idx="86">
                  <c:v>1419.43649925</c:v>
                </c:pt>
                <c:pt idx="87">
                  <c:v>1420.0828613900001</c:v>
                </c:pt>
                <c:pt idx="88">
                  <c:v>1420.67800145</c:v>
                </c:pt>
                <c:pt idx="89">
                  <c:v>1421.22445397</c:v>
                </c:pt>
                <c:pt idx="90">
                  <c:v>1421.72462834</c:v>
                </c:pt>
                <c:pt idx="91">
                  <c:v>1422.18081497</c:v>
                </c:pt>
                <c:pt idx="92">
                  <c:v>1422.5951911699999</c:v>
                </c:pt>
                <c:pt idx="93">
                  <c:v>1422.9698267399999</c:v>
                </c:pt>
                <c:pt idx="94">
                  <c:v>1423.30668926</c:v>
                </c:pt>
                <c:pt idx="95">
                  <c:v>1423.60764918</c:v>
                </c:pt>
                <c:pt idx="96">
                  <c:v>1423.87448457</c:v>
                </c:pt>
                <c:pt idx="97">
                  <c:v>1424.1088857100001</c:v>
                </c:pt>
                <c:pt idx="98">
                  <c:v>1424.31245939</c:v>
                </c:pt>
                <c:pt idx="99">
                  <c:v>1424.4867331</c:v>
                </c:pt>
                <c:pt idx="100">
                  <c:v>1424.63315887</c:v>
                </c:pt>
                <c:pt idx="101">
                  <c:v>1424.75311704</c:v>
                </c:pt>
                <c:pt idx="102">
                  <c:v>1424.8479198</c:v>
                </c:pt>
                <c:pt idx="103">
                  <c:v>1424.9188145200001</c:v>
                </c:pt>
                <c:pt idx="104">
                  <c:v>1424.9669869899999</c:v>
                </c:pt>
                <c:pt idx="105">
                  <c:v>1424.99356446</c:v>
                </c:pt>
                <c:pt idx="106">
                  <c:v>1425</c:v>
                </c:pt>
                <c:pt idx="107">
                  <c:v>1424.9996184900001</c:v>
                </c:pt>
                <c:pt idx="108">
                  <c:v>1424.9861677399999</c:v>
                </c:pt>
                <c:pt idx="109">
                  <c:v>1424.9541805700001</c:v>
                </c:pt>
                <c:pt idx="110">
                  <c:v>1424.9045775300001</c:v>
                </c:pt>
                <c:pt idx="111">
                  <c:v>1424.8382336899999</c:v>
                </c:pt>
                <c:pt idx="112">
                  <c:v>1424.7559809300001</c:v>
                </c:pt>
                <c:pt idx="113">
                  <c:v>1424.6586100300001</c:v>
                </c:pt>
                <c:pt idx="114">
                  <c:v>1424.54687276</c:v>
                </c:pt>
                <c:pt idx="115">
                  <c:v>1424.42148372</c:v>
                </c:pt>
                <c:pt idx="116">
                  <c:v>1424.28312226</c:v>
                </c:pt>
                <c:pt idx="117">
                  <c:v>1424.13243416</c:v>
                </c:pt>
                <c:pt idx="118">
                  <c:v>1423.9700333200001</c:v>
                </c:pt>
                <c:pt idx="119">
                  <c:v>1423.79650333</c:v>
                </c:pt>
                <c:pt idx="120">
                  <c:v>1423.6123989499999</c:v>
                </c:pt>
                <c:pt idx="121">
                  <c:v>1423.4182475499999</c:v>
                </c:pt>
                <c:pt idx="122">
                  <c:v>1423.2145504699999</c:v>
                </c:pt>
                <c:pt idx="123">
                  <c:v>1423.00178428</c:v>
                </c:pt>
                <c:pt idx="124">
                  <c:v>1422.78040201</c:v>
                </c:pt>
                <c:pt idx="125">
                  <c:v>1422.55083433</c:v>
                </c:pt>
                <c:pt idx="126">
                  <c:v>1422.3134906499999</c:v>
                </c:pt>
                <c:pt idx="127">
                  <c:v>1422.0687601499999</c:v>
                </c:pt>
                <c:pt idx="128">
                  <c:v>1421.81701279</c:v>
                </c:pt>
                <c:pt idx="129">
                  <c:v>1421.55860026</c:v>
                </c:pt>
                <c:pt idx="130">
                  <c:v>1421.2938569</c:v>
                </c:pt>
                <c:pt idx="131">
                  <c:v>1421.0231005200001</c:v>
                </c:pt>
                <c:pt idx="132">
                  <c:v>1420.7466332500001</c:v>
                </c:pt>
                <c:pt idx="133">
                  <c:v>1420.4647422800001</c:v>
                </c:pt>
                <c:pt idx="134">
                  <c:v>1420.17770064</c:v>
                </c:pt>
                <c:pt idx="135">
                  <c:v>1419.88576786</c:v>
                </c:pt>
                <c:pt idx="136">
                  <c:v>1419.58919066</c:v>
                </c:pt>
                <c:pt idx="137">
                  <c:v>1419.28820359</c:v>
                </c:pt>
                <c:pt idx="138">
                  <c:v>1418.9830295899999</c:v>
                </c:pt>
                <c:pt idx="139">
                  <c:v>1418.6738806000001</c:v>
                </c:pt>
                <c:pt idx="140">
                  <c:v>1418.36095811</c:v>
                </c:pt>
                <c:pt idx="141">
                  <c:v>1418.0444536299999</c:v>
                </c:pt>
                <c:pt idx="142">
                  <c:v>1417.72454924</c:v>
                </c:pt>
                <c:pt idx="143">
                  <c:v>1417.4014180199999</c:v>
                </c:pt>
                <c:pt idx="144">
                  <c:v>1417.0752244800001</c:v>
                </c:pt>
                <c:pt idx="145">
                  <c:v>1416.7461250399999</c:v>
                </c:pt>
                <c:pt idx="146">
                  <c:v>1416.4142683699999</c:v>
                </c:pt>
                <c:pt idx="147">
                  <c:v>1416.0797958000001</c:v>
                </c:pt>
                <c:pt idx="148">
                  <c:v>1415.7428417000001</c:v>
                </c:pt>
                <c:pt idx="149">
                  <c:v>1415.40353377</c:v>
                </c:pt>
                <c:pt idx="150">
                  <c:v>1415.0619934399999</c:v>
                </c:pt>
                <c:pt idx="151">
                  <c:v>1414.71833612</c:v>
                </c:pt>
                <c:pt idx="152">
                  <c:v>1414.37267152</c:v>
                </c:pt>
                <c:pt idx="153">
                  <c:v>1414.02510394</c:v>
                </c:pt>
                <c:pt idx="154">
                  <c:v>1413.67573251</c:v>
                </c:pt>
                <c:pt idx="155">
                  <c:v>1413.3246515000001</c:v>
                </c:pt>
                <c:pt idx="156">
                  <c:v>1412.9719504899999</c:v>
                </c:pt>
                <c:pt idx="157">
                  <c:v>1412.61771464</c:v>
                </c:pt>
                <c:pt idx="158">
                  <c:v>1412.2620249199999</c:v>
                </c:pt>
                <c:pt idx="159">
                  <c:v>1411.90495829</c:v>
                </c:pt>
                <c:pt idx="160">
                  <c:v>1411.54658791</c:v>
                </c:pt>
                <c:pt idx="161">
                  <c:v>1411.1869833200001</c:v>
                </c:pt>
                <c:pt idx="162">
                  <c:v>1410.8262106300001</c:v>
                </c:pt>
                <c:pt idx="163">
                  <c:v>1410.4643326800001</c:v>
                </c:pt>
                <c:pt idx="164">
                  <c:v>1410.1014092299999</c:v>
                </c:pt>
                <c:pt idx="165">
                  <c:v>1409.7374970400001</c:v>
                </c:pt>
                <c:pt idx="166">
                  <c:v>1409.37265011</c:v>
                </c:pt>
                <c:pt idx="167">
                  <c:v>1409.00691975</c:v>
                </c:pt>
                <c:pt idx="168">
                  <c:v>1408.6403547499999</c:v>
                </c:pt>
                <c:pt idx="169">
                  <c:v>1408.2730014700001</c:v>
                </c:pt>
                <c:pt idx="170">
                  <c:v>1407.90490398</c:v>
                </c:pt>
                <c:pt idx="171">
                  <c:v>1407.5361042100001</c:v>
                </c:pt>
                <c:pt idx="172">
                  <c:v>1407.1666419600001</c:v>
                </c:pt>
                <c:pt idx="173">
                  <c:v>1406.7965551100001</c:v>
                </c:pt>
                <c:pt idx="174">
                  <c:v>1406.4258796500001</c:v>
                </c:pt>
                <c:pt idx="175">
                  <c:v>1406.05464979</c:v>
                </c:pt>
                <c:pt idx="176">
                  <c:v>1405.6828980499999</c:v>
                </c:pt>
                <c:pt idx="177">
                  <c:v>1405.3106553499999</c:v>
                </c:pt>
                <c:pt idx="178">
                  <c:v>1404.9379510799999</c:v>
                </c:pt>
                <c:pt idx="179">
                  <c:v>1404.5648131600001</c:v>
                </c:pt>
                <c:pt idx="180">
                  <c:v>1404.1912681599999</c:v>
                </c:pt>
                <c:pt idx="181">
                  <c:v>1403.8173413100001</c:v>
                </c:pt>
                <c:pt idx="182">
                  <c:v>1403.4430566000001</c:v>
                </c:pt>
                <c:pt idx="183">
                  <c:v>1403.0684368499999</c:v>
                </c:pt>
                <c:pt idx="184">
                  <c:v>1402.6935037400001</c:v>
                </c:pt>
                <c:pt idx="185">
                  <c:v>1402.31827787</c:v>
                </c:pt>
                <c:pt idx="186">
                  <c:v>1401.94277883</c:v>
                </c:pt>
                <c:pt idx="187">
                  <c:v>1401.5670252299999</c:v>
                </c:pt>
                <c:pt idx="188">
                  <c:v>1401.19103479</c:v>
                </c:pt>
                <c:pt idx="189">
                  <c:v>1400.8148243200001</c:v>
                </c:pt>
                <c:pt idx="190">
                  <c:v>1400.4384098200001</c:v>
                </c:pt>
                <c:pt idx="191">
                  <c:v>1400.0618064800001</c:v>
                </c:pt>
                <c:pt idx="192">
                  <c:v>1399.68502876</c:v>
                </c:pt>
                <c:pt idx="193">
                  <c:v>1399.3080903800001</c:v>
                </c:pt>
                <c:pt idx="194">
                  <c:v>1398.93100441</c:v>
                </c:pt>
                <c:pt idx="195">
                  <c:v>1398.5537832499999</c:v>
                </c:pt>
                <c:pt idx="196">
                  <c:v>1398.1764387000001</c:v>
                </c:pt>
                <c:pt idx="197">
                  <c:v>1397.79898196</c:v>
                </c:pt>
                <c:pt idx="198">
                  <c:v>1397.42142369</c:v>
                </c:pt>
                <c:pt idx="199">
                  <c:v>1397.04377402</c:v>
                </c:pt>
                <c:pt idx="200">
                  <c:v>1396.6660425699999</c:v>
                </c:pt>
                <c:pt idx="201">
                  <c:v>1389.11185675</c:v>
                </c:pt>
                <c:pt idx="202">
                  <c:v>1381.57109483</c:v>
                </c:pt>
                <c:pt idx="203">
                  <c:v>1374.0612952199999</c:v>
                </c:pt>
                <c:pt idx="204">
                  <c:v>1366.5886914600001</c:v>
                </c:pt>
                <c:pt idx="205">
                  <c:v>1359.15540844</c:v>
                </c:pt>
                <c:pt idx="206">
                  <c:v>1351.76207823</c:v>
                </c:pt>
                <c:pt idx="207">
                  <c:v>1344.4087910200001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1EF-D947-93D4-07D17CE580DF}"/>
            </c:ext>
          </c:extLst>
        </c:ser>
        <c:ser>
          <c:idx val="1"/>
          <c:order val="1"/>
          <c:tx>
            <c:v>Front chop</c:v>
          </c:tx>
          <c:spPr>
            <a:ln w="33338">
              <a:solidFill>
                <a:srgbClr val="BE6A2E"/>
              </a:solidFill>
              <a:prstDash val="solid"/>
            </a:ln>
          </c:spPr>
          <c:marker>
            <c:symbol val="none"/>
          </c:marker>
          <c:xVal>
            <c:numRef>
              <c:f>'Chart Data'!$C$2:$C$414</c:f>
              <c:numCache>
                <c:formatCode>General</c:formatCode>
                <c:ptCount val="413"/>
                <c:pt idx="0">
                  <c:v>0</c:v>
                </c:pt>
                <c:pt idx="1">
                  <c:v>5.7814224213200002E-4</c:v>
                </c:pt>
                <c:pt idx="2">
                  <c:v>6.7524939825700002E-4</c:v>
                </c:pt>
                <c:pt idx="3">
                  <c:v>8.0635539410600003E-4</c:v>
                </c:pt>
                <c:pt idx="4">
                  <c:v>9.2113484817399999E-4</c:v>
                </c:pt>
                <c:pt idx="5">
                  <c:v>1.09998180738E-3</c:v>
                </c:pt>
                <c:pt idx="6">
                  <c:v>1.34301411864E-3</c:v>
                </c:pt>
                <c:pt idx="7">
                  <c:v>1.5341834572200001E-3</c:v>
                </c:pt>
                <c:pt idx="8">
                  <c:v>1.75256450972E-3</c:v>
                </c:pt>
                <c:pt idx="9">
                  <c:v>2.0469324750100001E-3</c:v>
                </c:pt>
                <c:pt idx="10">
                  <c:v>2.3907436981799998E-3</c:v>
                </c:pt>
                <c:pt idx="11">
                  <c:v>2.73105053868E-3</c:v>
                </c:pt>
                <c:pt idx="12">
                  <c:v>3.1197978480700002E-3</c:v>
                </c:pt>
                <c:pt idx="13">
                  <c:v>3.64381196541E-3</c:v>
                </c:pt>
                <c:pt idx="14">
                  <c:v>4.2558416557400003E-3</c:v>
                </c:pt>
                <c:pt idx="15">
                  <c:v>5.19613632884E-3</c:v>
                </c:pt>
                <c:pt idx="16">
                  <c:v>6.0689008233899997E-3</c:v>
                </c:pt>
                <c:pt idx="17">
                  <c:v>7.2472347666899996E-3</c:v>
                </c:pt>
                <c:pt idx="18">
                  <c:v>8.6543532827399999E-3</c:v>
                </c:pt>
                <c:pt idx="19">
                  <c:v>1.0566464434699999E-2</c:v>
                </c:pt>
                <c:pt idx="20">
                  <c:v>1.20705320308E-2</c:v>
                </c:pt>
                <c:pt idx="21">
                  <c:v>1.37886938822E-2</c:v>
                </c:pt>
                <c:pt idx="22">
                  <c:v>1.5990154102600001E-2</c:v>
                </c:pt>
                <c:pt idx="23">
                  <c:v>1.8397099227500002E-2</c:v>
                </c:pt>
                <c:pt idx="24">
                  <c:v>2.10158068361E-2</c:v>
                </c:pt>
                <c:pt idx="25">
                  <c:v>2.4007270467500001E-2</c:v>
                </c:pt>
                <c:pt idx="26">
                  <c:v>2.7424549521E-2</c:v>
                </c:pt>
                <c:pt idx="27">
                  <c:v>3.1980308205299998E-2</c:v>
                </c:pt>
                <c:pt idx="28">
                  <c:v>3.5787629868E-2</c:v>
                </c:pt>
                <c:pt idx="29">
                  <c:v>3.9984978613200002E-2</c:v>
                </c:pt>
                <c:pt idx="30">
                  <c:v>4.5676580665700003E-2</c:v>
                </c:pt>
                <c:pt idx="31">
                  <c:v>4.9914270716399999E-2</c:v>
                </c:pt>
                <c:pt idx="32">
                  <c:v>5.4098360655699999E-2</c:v>
                </c:pt>
                <c:pt idx="33">
                  <c:v>6.0942435451599997E-2</c:v>
                </c:pt>
                <c:pt idx="34">
                  <c:v>6.9290667778100001E-2</c:v>
                </c:pt>
                <c:pt idx="35">
                  <c:v>7.6075999706699995E-2</c:v>
                </c:pt>
                <c:pt idx="36">
                  <c:v>8.3134025993999994E-2</c:v>
                </c:pt>
                <c:pt idx="37">
                  <c:v>9.2884392279E-2</c:v>
                </c:pt>
                <c:pt idx="38">
                  <c:v>0.10150183384899999</c:v>
                </c:pt>
                <c:pt idx="39">
                  <c:v>0.111931078718</c:v>
                </c:pt>
                <c:pt idx="40">
                  <c:v>0.122591181454</c:v>
                </c:pt>
                <c:pt idx="41">
                  <c:v>0.13325128418900001</c:v>
                </c:pt>
                <c:pt idx="42">
                  <c:v>0.144262295082</c:v>
                </c:pt>
                <c:pt idx="43">
                  <c:v>0.154571489659</c:v>
                </c:pt>
                <c:pt idx="44">
                  <c:v>0.16534656815400001</c:v>
                </c:pt>
                <c:pt idx="45">
                  <c:v>0.176723190679</c:v>
                </c:pt>
                <c:pt idx="46">
                  <c:v>0.18473922458</c:v>
                </c:pt>
                <c:pt idx="47">
                  <c:v>0.19836065573799999</c:v>
                </c:pt>
                <c:pt idx="48">
                  <c:v>0.210537029018</c:v>
                </c:pt>
                <c:pt idx="49">
                  <c:v>0.22060807551700001</c:v>
                </c:pt>
                <c:pt idx="50">
                  <c:v>0.231857234488</c:v>
                </c:pt>
                <c:pt idx="51">
                  <c:v>0.246482072548</c:v>
                </c:pt>
                <c:pt idx="52">
                  <c:v>0.26117251700999999</c:v>
                </c:pt>
                <c:pt idx="53">
                  <c:v>0.27449764542900001</c:v>
                </c:pt>
                <c:pt idx="54">
                  <c:v>0.28852459016400001</c:v>
                </c:pt>
                <c:pt idx="55">
                  <c:v>0.30381292794999998</c:v>
                </c:pt>
                <c:pt idx="56">
                  <c:v>0.31980308205300001</c:v>
                </c:pt>
                <c:pt idx="57">
                  <c:v>0.33579323615500001</c:v>
                </c:pt>
                <c:pt idx="58">
                  <c:v>0.34911836457399997</c:v>
                </c:pt>
                <c:pt idx="59">
                  <c:v>0.365108518677</c:v>
                </c:pt>
                <c:pt idx="60">
                  <c:v>0.37868852459000002</c:v>
                </c:pt>
                <c:pt idx="61">
                  <c:v>0.39442380119800002</c:v>
                </c:pt>
                <c:pt idx="62">
                  <c:v>0.410413955301</c:v>
                </c:pt>
                <c:pt idx="63">
                  <c:v>0.42373908372000002</c:v>
                </c:pt>
                <c:pt idx="64">
                  <c:v>0.43877086135999999</c:v>
                </c:pt>
                <c:pt idx="65">
                  <c:v>0.45571939192499999</c:v>
                </c:pt>
                <c:pt idx="66">
                  <c:v>0.47170954602800003</c:v>
                </c:pt>
                <c:pt idx="67">
                  <c:v>0.49023205985599999</c:v>
                </c:pt>
                <c:pt idx="68">
                  <c:v>0.50635487991700001</c:v>
                </c:pt>
                <c:pt idx="69">
                  <c:v>0.52396233413600002</c:v>
                </c:pt>
                <c:pt idx="70">
                  <c:v>0.54098360655699995</c:v>
                </c:pt>
                <c:pt idx="71">
                  <c:v>0.55699036790900003</c:v>
                </c:pt>
                <c:pt idx="72">
                  <c:v>0.57257345909099999</c:v>
                </c:pt>
                <c:pt idx="73">
                  <c:v>0.58630565043000005</c:v>
                </c:pt>
                <c:pt idx="74">
                  <c:v>0.604960830216</c:v>
                </c:pt>
                <c:pt idx="75">
                  <c:v>0.62361601000300004</c:v>
                </c:pt>
                <c:pt idx="76">
                  <c:v>0.63972768246099998</c:v>
                </c:pt>
                <c:pt idx="77">
                  <c:v>0.65826134389199997</c:v>
                </c:pt>
                <c:pt idx="78">
                  <c:v>0.67691652367800004</c:v>
                </c:pt>
                <c:pt idx="79">
                  <c:v>0.69290667778100001</c:v>
                </c:pt>
                <c:pt idx="80">
                  <c:v>0.71156185756699997</c:v>
                </c:pt>
                <c:pt idx="81">
                  <c:v>0.72755201167000005</c:v>
                </c:pt>
                <c:pt idx="82">
                  <c:v>0.74354216577300003</c:v>
                </c:pt>
                <c:pt idx="83">
                  <c:v>0.75953231987500003</c:v>
                </c:pt>
                <c:pt idx="84">
                  <c:v>0.775522473978</c:v>
                </c:pt>
                <c:pt idx="85">
                  <c:v>0.79344262295099999</c:v>
                </c:pt>
                <c:pt idx="86">
                  <c:v>0.81147540983599997</c:v>
                </c:pt>
                <c:pt idx="87">
                  <c:v>0.828822987653</c:v>
                </c:pt>
                <c:pt idx="88">
                  <c:v>0.84481314175599997</c:v>
                </c:pt>
                <c:pt idx="89">
                  <c:v>0.86346832154200004</c:v>
                </c:pt>
                <c:pt idx="90">
                  <c:v>0.88212350132899997</c:v>
                </c:pt>
                <c:pt idx="91">
                  <c:v>0.89811365543099997</c:v>
                </c:pt>
                <c:pt idx="92">
                  <c:v>0.91676883521800001</c:v>
                </c:pt>
                <c:pt idx="93">
                  <c:v>0.93542401500399996</c:v>
                </c:pt>
                <c:pt idx="94">
                  <c:v>0.95364183726200002</c:v>
                </c:pt>
                <c:pt idx="95">
                  <c:v>0.97273437457699996</c:v>
                </c:pt>
                <c:pt idx="96">
                  <c:v>0.991389554364</c:v>
                </c:pt>
                <c:pt idx="97">
                  <c:v>1.0098360655700001</c:v>
                </c:pt>
                <c:pt idx="98">
                  <c:v>1.0278688524599999</c:v>
                </c:pt>
                <c:pt idx="99">
                  <c:v>1.04590163934</c:v>
                </c:pt>
                <c:pt idx="100">
                  <c:v>1.0633831439999999</c:v>
                </c:pt>
                <c:pt idx="101">
                  <c:v>1.0633862413599999</c:v>
                </c:pt>
                <c:pt idx="102">
                  <c:v>1.06338959187</c:v>
                </c:pt>
                <c:pt idx="103">
                  <c:v>1.0633932162299999</c:v>
                </c:pt>
                <c:pt idx="104">
                  <c:v>1.0633971368099999</c:v>
                </c:pt>
                <c:pt idx="105">
                  <c:v>1.06340137784</c:v>
                </c:pt>
                <c:pt idx="106">
                  <c:v>1.0634059655000001</c:v>
                </c:pt>
                <c:pt idx="107">
                  <c:v>1.0634109281199999</c:v>
                </c:pt>
                <c:pt idx="108">
                  <c:v>1.06341629635</c:v>
                </c:pt>
                <c:pt idx="109">
                  <c:v>1.06342210333</c:v>
                </c:pt>
                <c:pt idx="110">
                  <c:v>1.0634283849399999</c:v>
                </c:pt>
                <c:pt idx="111">
                  <c:v>1.0634351799599999</c:v>
                </c:pt>
                <c:pt idx="112">
                  <c:v>1.0634425303599999</c:v>
                </c:pt>
                <c:pt idx="113">
                  <c:v>1.0634504815200001</c:v>
                </c:pt>
                <c:pt idx="114">
                  <c:v>1.0634590825600001</c:v>
                </c:pt>
                <c:pt idx="115">
                  <c:v>1.0634683865800001</c:v>
                </c:pt>
                <c:pt idx="116">
                  <c:v>1.0634784510399999</c:v>
                </c:pt>
                <c:pt idx="117">
                  <c:v>1.0634893380999999</c:v>
                </c:pt>
                <c:pt idx="118">
                  <c:v>1.06350111499</c:v>
                </c:pt>
                <c:pt idx="119">
                  <c:v>1.06351385443</c:v>
                </c:pt>
                <c:pt idx="120">
                  <c:v>1.06352763511</c:v>
                </c:pt>
                <c:pt idx="121">
                  <c:v>1.06354254211</c:v>
                </c:pt>
                <c:pt idx="122">
                  <c:v>1.0635586675099999</c:v>
                </c:pt>
                <c:pt idx="123">
                  <c:v>1.0635761108699999</c:v>
                </c:pt>
                <c:pt idx="124">
                  <c:v>1.06359497994</c:v>
                </c:pt>
                <c:pt idx="125">
                  <c:v>1.0636153912199999</c:v>
                </c:pt>
                <c:pt idx="126">
                  <c:v>1.06363747076</c:v>
                </c:pt>
                <c:pt idx="127">
                  <c:v>1.06364041735</c:v>
                </c:pt>
                <c:pt idx="128">
                  <c:v>1.0636586075400001</c:v>
                </c:pt>
                <c:pt idx="129">
                  <c:v>1.06368421927</c:v>
                </c:pt>
                <c:pt idx="130">
                  <c:v>1.0637119243299999</c:v>
                </c:pt>
                <c:pt idx="131">
                  <c:v>1.0637418937900001</c:v>
                </c:pt>
                <c:pt idx="132">
                  <c:v>1.0637743127299999</c:v>
                </c:pt>
                <c:pt idx="133">
                  <c:v>1.06380938137</c:v>
                </c:pt>
                <c:pt idx="134">
                  <c:v>1.06384731626</c:v>
                </c:pt>
                <c:pt idx="135">
                  <c:v>1.06388835167</c:v>
                </c:pt>
                <c:pt idx="136">
                  <c:v>1.0639327410099999</c:v>
                </c:pt>
                <c:pt idx="137">
                  <c:v>1.06397523497</c:v>
                </c:pt>
                <c:pt idx="138">
                  <c:v>1.06402672552</c:v>
                </c:pt>
                <c:pt idx="139">
                  <c:v>1.06408242454</c:v>
                </c:pt>
                <c:pt idx="140">
                  <c:v>1.0641426759799999</c:v>
                </c:pt>
                <c:pt idx="141">
                  <c:v>1.06420785194</c:v>
                </c:pt>
                <c:pt idx="142">
                  <c:v>1.0642783549099999</c:v>
                </c:pt>
                <c:pt idx="143">
                  <c:v>1.0643546202700001</c:v>
                </c:pt>
                <c:pt idx="144">
                  <c:v>1.0644371190099999</c:v>
                </c:pt>
                <c:pt idx="145">
                  <c:v>1.0645263605899999</c:v>
                </c:pt>
                <c:pt idx="146">
                  <c:v>1.0646228961299999</c:v>
                </c:pt>
                <c:pt idx="147">
                  <c:v>1.06472732178</c:v>
                </c:pt>
                <c:pt idx="148">
                  <c:v>1.0648402824200001</c:v>
                </c:pt>
                <c:pt idx="149">
                  <c:v>1.06496247564</c:v>
                </c:pt>
                <c:pt idx="150">
                  <c:v>1.0650946560400001</c:v>
                </c:pt>
                <c:pt idx="151">
                  <c:v>1.0652376399000001</c:v>
                </c:pt>
                <c:pt idx="152">
                  <c:v>1.06539231022</c:v>
                </c:pt>
                <c:pt idx="153">
                  <c:v>1.06554037625</c:v>
                </c:pt>
                <c:pt idx="154">
                  <c:v>1.0657197900299999</c:v>
                </c:pt>
                <c:pt idx="155">
                  <c:v>1.06591386778</c:v>
                </c:pt>
                <c:pt idx="156">
                  <c:v>1.06612380803</c:v>
                </c:pt>
                <c:pt idx="157">
                  <c:v>1.0663247840100001</c:v>
                </c:pt>
                <c:pt idx="158">
                  <c:v>1.06656830956</c:v>
                </c:pt>
                <c:pt idx="159">
                  <c:v>1.06683173911</c:v>
                </c:pt>
                <c:pt idx="160">
                  <c:v>1.0671166994700001</c:v>
                </c:pt>
                <c:pt idx="161">
                  <c:v>1.0674249504</c:v>
                </c:pt>
                <c:pt idx="162">
                  <c:v>1.0677583955200001</c:v>
                </c:pt>
                <c:pt idx="163">
                  <c:v>1.06811909401</c:v>
                </c:pt>
                <c:pt idx="164">
                  <c:v>1.0685092733599999</c:v>
                </c:pt>
                <c:pt idx="165">
                  <c:v>1.06893134313</c:v>
                </c:pt>
                <c:pt idx="166">
                  <c:v>1.0693353908800001</c:v>
                </c:pt>
                <c:pt idx="167">
                  <c:v>1.06982498146</c:v>
                </c:pt>
                <c:pt idx="168">
                  <c:v>1.0703545876</c:v>
                </c:pt>
                <c:pt idx="169">
                  <c:v>1.07087253916</c:v>
                </c:pt>
                <c:pt idx="170">
                  <c:v>1.07147591016</c:v>
                </c:pt>
                <c:pt idx="171">
                  <c:v>1.07206400893</c:v>
                </c:pt>
                <c:pt idx="172">
                  <c:v>1.0727766168499999</c:v>
                </c:pt>
                <c:pt idx="173">
                  <c:v>1.0735474681299999</c:v>
                </c:pt>
                <c:pt idx="174">
                  <c:v>1.0743813231699999</c:v>
                </c:pt>
                <c:pt idx="175">
                  <c:v>1.07517957331</c:v>
                </c:pt>
                <c:pt idx="176">
                  <c:v>1.0761468247199999</c:v>
                </c:pt>
                <c:pt idx="177">
                  <c:v>1.0771931322099999</c:v>
                </c:pt>
                <c:pt idx="178">
                  <c:v>1.07819476325</c:v>
                </c:pt>
                <c:pt idx="179">
                  <c:v>1.0792688432499999</c:v>
                </c:pt>
                <c:pt idx="180">
                  <c:v>1.0804206125</c:v>
                </c:pt>
                <c:pt idx="181">
                  <c:v>1.0818162282099999</c:v>
                </c:pt>
                <c:pt idx="182">
                  <c:v>1.0831172499999999</c:v>
                </c:pt>
                <c:pt idx="183">
                  <c:v>1.08458491236</c:v>
                </c:pt>
                <c:pt idx="184">
                  <c:v>1.0859418217400001</c:v>
                </c:pt>
                <c:pt idx="185">
                  <c:v>1.0877686048899999</c:v>
                </c:pt>
                <c:pt idx="186">
                  <c:v>1.0893865600699999</c:v>
                </c:pt>
                <c:pt idx="187">
                  <c:v>1.09142951298</c:v>
                </c:pt>
                <c:pt idx="188">
                  <c:v>1.0934544131599999</c:v>
                </c:pt>
                <c:pt idx="189">
                  <c:v>1.09535849029</c:v>
                </c:pt>
                <c:pt idx="190">
                  <c:v>1.09767403948</c:v>
                </c:pt>
                <c:pt idx="191">
                  <c:v>1.1000646804400001</c:v>
                </c:pt>
                <c:pt idx="192">
                  <c:v>1.1024766235200001</c:v>
                </c:pt>
                <c:pt idx="193">
                  <c:v>1.10530703425</c:v>
                </c:pt>
                <c:pt idx="194">
                  <c:v>1.10795108711</c:v>
                </c:pt>
                <c:pt idx="195">
                  <c:v>1.11076174431</c:v>
                </c:pt>
                <c:pt idx="196">
                  <c:v>1.11381945452</c:v>
                </c:pt>
                <c:pt idx="197">
                  <c:v>1.1169255247900001</c:v>
                </c:pt>
                <c:pt idx="198">
                  <c:v>1.1198366826099999</c:v>
                </c:pt>
                <c:pt idx="199">
                  <c:v>1.1235635785</c:v>
                </c:pt>
                <c:pt idx="200">
                  <c:v>1.1277055675900001</c:v>
                </c:pt>
                <c:pt idx="201">
                  <c:v>1.1311663483600001</c:v>
                </c:pt>
                <c:pt idx="202">
                  <c:v>1.1360655737700001</c:v>
                </c:pt>
                <c:pt idx="203">
                  <c:v>1.13931648849</c:v>
                </c:pt>
                <c:pt idx="204">
                  <c:v>1.1441035100500001</c:v>
                </c:pt>
                <c:pt idx="205">
                  <c:v>1.1484460404000001</c:v>
                </c:pt>
                <c:pt idx="206">
                  <c:v>1.15373154348</c:v>
                </c:pt>
                <c:pt idx="207">
                  <c:v>1.15867270111</c:v>
                </c:pt>
                <c:pt idx="208">
                  <c:v>1.16379864547</c:v>
                </c:pt>
                <c:pt idx="209">
                  <c:v>1.1687273265</c:v>
                </c:pt>
                <c:pt idx="210">
                  <c:v>1.1739227570799999</c:v>
                </c:pt>
                <c:pt idx="211">
                  <c:v>1.1798687268900001</c:v>
                </c:pt>
                <c:pt idx="212">
                  <c:v>1.18500823598</c:v>
                </c:pt>
                <c:pt idx="213">
                  <c:v>1.1850672188</c:v>
                </c:pt>
                <c:pt idx="214">
                  <c:v>1.1904976323700001</c:v>
                </c:pt>
                <c:pt idx="215">
                  <c:v>1.19733486578</c:v>
                </c:pt>
                <c:pt idx="216">
                  <c:v>1.20453975065</c:v>
                </c:pt>
                <c:pt idx="217">
                  <c:v>1.21022297827</c:v>
                </c:pt>
                <c:pt idx="218">
                  <c:v>1.21715515854</c:v>
                </c:pt>
                <c:pt idx="219">
                  <c:v>1.2242928043600001</c:v>
                </c:pt>
                <c:pt idx="220">
                  <c:v>1.23001193927</c:v>
                </c:pt>
                <c:pt idx="221">
                  <c:v>1.23846869566</c:v>
                </c:pt>
                <c:pt idx="222">
                  <c:v>1.24445366268</c:v>
                </c:pt>
                <c:pt idx="223">
                  <c:v>1.2525915543599999</c:v>
                </c:pt>
                <c:pt idx="224">
                  <c:v>1.26106526957</c:v>
                </c:pt>
                <c:pt idx="225">
                  <c:v>1.2688563900000001</c:v>
                </c:pt>
                <c:pt idx="226">
                  <c:v>1.2761590541300001</c:v>
                </c:pt>
                <c:pt idx="227">
                  <c:v>1.2837212122299999</c:v>
                </c:pt>
                <c:pt idx="228">
                  <c:v>1.29355290176</c:v>
                </c:pt>
                <c:pt idx="229">
                  <c:v>1.30090116518</c:v>
                </c:pt>
                <c:pt idx="230">
                  <c:v>1.30908298914</c:v>
                </c:pt>
                <c:pt idx="231">
                  <c:v>1.3175567043600001</c:v>
                </c:pt>
                <c:pt idx="232">
                  <c:v>1.3268004445099999</c:v>
                </c:pt>
                <c:pt idx="233">
                  <c:v>1.33450413479</c:v>
                </c:pt>
                <c:pt idx="234">
                  <c:v>1.34473949281</c:v>
                </c:pt>
                <c:pt idx="235">
                  <c:v>1.35427613697</c:v>
                </c:pt>
                <c:pt idx="236">
                  <c:v>1.3627498521900001</c:v>
                </c:pt>
                <c:pt idx="237">
                  <c:v>1.3719641925099999</c:v>
                </c:pt>
                <c:pt idx="238">
                  <c:v>1.38252185436</c:v>
                </c:pt>
                <c:pt idx="239">
                  <c:v>1.39099556958</c:v>
                </c:pt>
                <c:pt idx="240">
                  <c:v>1.40207335784</c:v>
                </c:pt>
                <c:pt idx="241">
                  <c:v>1.4107675717499999</c:v>
                </c:pt>
                <c:pt idx="242">
                  <c:v>1.4220658587099999</c:v>
                </c:pt>
                <c:pt idx="243">
                  <c:v>1.43053957393</c:v>
                </c:pt>
                <c:pt idx="244">
                  <c:v>1.44183786089</c:v>
                </c:pt>
                <c:pt idx="245">
                  <c:v>1.45201984385</c:v>
                </c:pt>
                <c:pt idx="246">
                  <c:v>1.4616098630600001</c:v>
                </c:pt>
                <c:pt idx="247">
                  <c:v>1.4729081500200001</c:v>
                </c:pt>
                <c:pt idx="248">
                  <c:v>1.48378726918</c:v>
                </c:pt>
                <c:pt idx="249">
                  <c:v>1.4926801521899999</c:v>
                </c:pt>
                <c:pt idx="250">
                  <c:v>1.50397843915</c:v>
                </c:pt>
                <c:pt idx="251">
                  <c:v>1.5149827278500001</c:v>
                </c:pt>
                <c:pt idx="252">
                  <c:v>1.5261611664300001</c:v>
                </c:pt>
                <c:pt idx="253">
                  <c:v>1.53756460185</c:v>
                </c:pt>
                <c:pt idx="254">
                  <c:v>1.54680889193</c:v>
                </c:pt>
                <c:pt idx="255">
                  <c:v>1.5576453022000001</c:v>
                </c:pt>
                <c:pt idx="256">
                  <c:v>1.5688524590199999</c:v>
                </c:pt>
                <c:pt idx="257">
                  <c:v>1.58177829091</c:v>
                </c:pt>
                <c:pt idx="258">
                  <c:v>1.59090892584</c:v>
                </c:pt>
                <c:pt idx="259">
                  <c:v>1.6049072774799999</c:v>
                </c:pt>
                <c:pt idx="260">
                  <c:v>1.6144452597800001</c:v>
                </c:pt>
                <c:pt idx="261">
                  <c:v>1.6254350239399999</c:v>
                </c:pt>
                <c:pt idx="262">
                  <c:v>1.63903162622</c:v>
                </c:pt>
                <c:pt idx="263">
                  <c:v>1.6504739718500001</c:v>
                </c:pt>
                <c:pt idx="264">
                  <c:v>1.6603702795799999</c:v>
                </c:pt>
                <c:pt idx="265">
                  <c:v>1.67305584586</c:v>
                </c:pt>
                <c:pt idx="266">
                  <c:v>1.68475103046</c:v>
                </c:pt>
                <c:pt idx="267">
                  <c:v>1.69604931742</c:v>
                </c:pt>
                <c:pt idx="268">
                  <c:v>1.7082125244699999</c:v>
                </c:pt>
                <c:pt idx="269">
                  <c:v>1.7195699172100001</c:v>
                </c:pt>
                <c:pt idx="270">
                  <c:v>1.73276875003</c:v>
                </c:pt>
                <c:pt idx="271">
                  <c:v>1.74406703699</c:v>
                </c:pt>
                <c:pt idx="272">
                  <c:v>1.75585605053</c:v>
                </c:pt>
                <c:pt idx="273">
                  <c:v>1.76948818264</c:v>
                </c:pt>
                <c:pt idx="274">
                  <c:v>1.7807864696</c:v>
                </c:pt>
                <c:pt idx="275">
                  <c:v>1.79208475656</c:v>
                </c:pt>
                <c:pt idx="276">
                  <c:v>1.8048740858000001</c:v>
                </c:pt>
                <c:pt idx="277">
                  <c:v>1.81750590221</c:v>
                </c:pt>
                <c:pt idx="278">
                  <c:v>1.8311289638599999</c:v>
                </c:pt>
                <c:pt idx="279">
                  <c:v>1.8429270478599999</c:v>
                </c:pt>
                <c:pt idx="280">
                  <c:v>1.8551066489700001</c:v>
                </c:pt>
                <c:pt idx="281">
                  <c:v>1.8683481935199999</c:v>
                </c:pt>
                <c:pt idx="282">
                  <c:v>1.8796464804699999</c:v>
                </c:pt>
                <c:pt idx="283">
                  <c:v>1.8937693391699999</c:v>
                </c:pt>
                <c:pt idx="284">
                  <c:v>1.9064018772</c:v>
                </c:pt>
                <c:pt idx="285">
                  <c:v>1.9163659130799999</c:v>
                </c:pt>
                <c:pt idx="286">
                  <c:v>1.9304887717799999</c:v>
                </c:pt>
                <c:pt idx="287">
                  <c:v>1.94403833387</c:v>
                </c:pt>
                <c:pt idx="288">
                  <c:v>1.9559099174300001</c:v>
                </c:pt>
                <c:pt idx="289">
                  <c:v>1.96975276263</c:v>
                </c:pt>
                <c:pt idx="290">
                  <c:v>1.9827467223299999</c:v>
                </c:pt>
                <c:pt idx="291">
                  <c:v>1.99545392178</c:v>
                </c:pt>
                <c:pt idx="292">
                  <c:v>2.0095767804800002</c:v>
                </c:pt>
                <c:pt idx="293">
                  <c:v>2.02087506744</c:v>
                </c:pt>
                <c:pt idx="294">
                  <c:v>2.03436582987</c:v>
                </c:pt>
                <c:pt idx="295">
                  <c:v>2.0462962130900002</c:v>
                </c:pt>
                <c:pt idx="296">
                  <c:v>2.0604190717900002</c:v>
                </c:pt>
                <c:pt idx="297">
                  <c:v>2.0726826548099999</c:v>
                </c:pt>
                <c:pt idx="298">
                  <c:v>2.08705686921</c:v>
                </c:pt>
                <c:pt idx="299">
                  <c:v>2.0999630761399999</c:v>
                </c:pt>
                <c:pt idx="300">
                  <c:v>2.1140859348299998</c:v>
                </c:pt>
                <c:pt idx="301">
                  <c:v>2.1253842217900001</c:v>
                </c:pt>
                <c:pt idx="302">
                  <c:v>2.13950708049</c:v>
                </c:pt>
                <c:pt idx="303">
                  <c:v>2.1521167284999998</c:v>
                </c:pt>
                <c:pt idx="304">
                  <c:v>2.16393442623</c:v>
                </c:pt>
                <c:pt idx="305">
                  <c:v>2.17738436521</c:v>
                </c:pt>
                <c:pt idx="306">
                  <c:v>2.1908052996</c:v>
                </c:pt>
                <c:pt idx="307">
                  <c:v>2.2180327868899998</c:v>
                </c:pt>
                <c:pt idx="308">
                  <c:v>2.25143104056</c:v>
                </c:pt>
                <c:pt idx="309">
                  <c:v>2.2723555896100001</c:v>
                </c:pt>
                <c:pt idx="310">
                  <c:v>2.3053483178900001</c:v>
                </c:pt>
                <c:pt idx="311">
                  <c:v>2.3354574832199999</c:v>
                </c:pt>
                <c:pt idx="312">
                  <c:v>2.3655666485600002</c:v>
                </c:pt>
                <c:pt idx="313">
                  <c:v>2.3956758138900001</c:v>
                </c:pt>
                <c:pt idx="314">
                  <c:v>2.4208189843999999</c:v>
                </c:pt>
                <c:pt idx="315">
                  <c:v>2.4535786591100002</c:v>
                </c:pt>
                <c:pt idx="316">
                  <c:v>2.4860033099000001</c:v>
                </c:pt>
                <c:pt idx="317">
                  <c:v>2.5156014995299998</c:v>
                </c:pt>
                <c:pt idx="318">
                  <c:v>2.5426229508199998</c:v>
                </c:pt>
                <c:pt idx="319">
                  <c:v>2.57868852459</c:v>
                </c:pt>
                <c:pt idx="320">
                  <c:v>2.6071095744699999</c:v>
                </c:pt>
                <c:pt idx="321">
                  <c:v>2.6440764279</c:v>
                </c:pt>
                <c:pt idx="322">
                  <c:v>2.6741855932399998</c:v>
                </c:pt>
                <c:pt idx="323">
                  <c:v>2.7047445073800001</c:v>
                </c:pt>
                <c:pt idx="324">
                  <c:v>2.74098360656</c:v>
                </c:pt>
                <c:pt idx="325">
                  <c:v>2.77204038058</c:v>
                </c:pt>
                <c:pt idx="326">
                  <c:v>2.8077870840500001</c:v>
                </c:pt>
                <c:pt idx="327">
                  <c:v>2.8385101673399999</c:v>
                </c:pt>
                <c:pt idx="328">
                  <c:v>2.8698951679200002</c:v>
                </c:pt>
                <c:pt idx="329">
                  <c:v>2.9032786885199999</c:v>
                </c:pt>
                <c:pt idx="330">
                  <c:v>2.9393442623000001</c:v>
                </c:pt>
                <c:pt idx="331">
                  <c:v>2.9752772465900001</c:v>
                </c:pt>
                <c:pt idx="332">
                  <c:v>3.0114754098400001</c:v>
                </c:pt>
                <c:pt idx="333">
                  <c:v>3.04302286859</c:v>
                </c:pt>
                <c:pt idx="334">
                  <c:v>3.0806593252600001</c:v>
                </c:pt>
                <c:pt idx="335">
                  <c:v>3.1107684905999999</c:v>
                </c:pt>
                <c:pt idx="336">
                  <c:v>3.14840494726</c:v>
                </c:pt>
                <c:pt idx="337">
                  <c:v>3.1785141125999998</c:v>
                </c:pt>
                <c:pt idx="338">
                  <c:v>3.2161505692699999</c:v>
                </c:pt>
                <c:pt idx="339">
                  <c:v>3.2522419433400001</c:v>
                </c:pt>
                <c:pt idx="340">
                  <c:v>3.2907927588999999</c:v>
                </c:pt>
                <c:pt idx="341">
                  <c:v>3.3215326479399998</c:v>
                </c:pt>
                <c:pt idx="342">
                  <c:v>3.3591691046099998</c:v>
                </c:pt>
                <c:pt idx="343">
                  <c:v>3.3901664470899999</c:v>
                </c:pt>
                <c:pt idx="344">
                  <c:v>3.4311463869300001</c:v>
                </c:pt>
                <c:pt idx="345">
                  <c:v>3.4645511832799998</c:v>
                </c:pt>
                <c:pt idx="346">
                  <c:v>3.5021876399499998</c:v>
                </c:pt>
                <c:pt idx="347">
                  <c:v>3.5367817075999999</c:v>
                </c:pt>
                <c:pt idx="348">
                  <c:v>3.5774605532899999</c:v>
                </c:pt>
                <c:pt idx="349">
                  <c:v>3.6087140313799999</c:v>
                </c:pt>
                <c:pt idx="350">
                  <c:v>3.6471297639600002</c:v>
                </c:pt>
                <c:pt idx="351">
                  <c:v>3.6896507091799999</c:v>
                </c:pt>
                <c:pt idx="352">
                  <c:v>3.7204790886299999</c:v>
                </c:pt>
                <c:pt idx="353">
                  <c:v>3.7624008065300001</c:v>
                </c:pt>
                <c:pt idx="354">
                  <c:v>3.79575200196</c:v>
                </c:pt>
                <c:pt idx="355">
                  <c:v>3.8340174290900002</c:v>
                </c:pt>
                <c:pt idx="356">
                  <c:v>3.8710249153</c:v>
                </c:pt>
                <c:pt idx="357">
                  <c:v>3.9086613719700001</c:v>
                </c:pt>
                <c:pt idx="358">
                  <c:v>3.9462978286400001</c:v>
                </c:pt>
                <c:pt idx="359">
                  <c:v>3.9839342853100002</c:v>
                </c:pt>
                <c:pt idx="360">
                  <c:v>4.0215707419699998</c:v>
                </c:pt>
                <c:pt idx="361">
                  <c:v>4.0592071986400002</c:v>
                </c:pt>
                <c:pt idx="362">
                  <c:v>4.0968436553099998</c:v>
                </c:pt>
                <c:pt idx="363">
                  <c:v>4.1344801119800003</c:v>
                </c:pt>
                <c:pt idx="364">
                  <c:v>4.1721165686499999</c:v>
                </c:pt>
                <c:pt idx="365">
                  <c:v>4.2148485279100001</c:v>
                </c:pt>
                <c:pt idx="366">
                  <c:v>4.2493238164199996</c:v>
                </c:pt>
                <c:pt idx="367">
                  <c:v>4.2918032786899998</c:v>
                </c:pt>
                <c:pt idx="368">
                  <c:v>4.32786885246</c:v>
                </c:pt>
                <c:pt idx="369">
                  <c:v>4.3639344262300002</c:v>
                </c:pt>
                <c:pt idx="370">
                  <c:v>4.4054625999899999</c:v>
                </c:pt>
                <c:pt idx="371">
                  <c:v>4.4430990566600004</c:v>
                </c:pt>
                <c:pt idx="372">
                  <c:v>4.48073551333</c:v>
                </c:pt>
                <c:pt idx="373">
                  <c:v>4.5183719699999996</c:v>
                </c:pt>
                <c:pt idx="374">
                  <c:v>4.5622950819700003</c:v>
                </c:pt>
                <c:pt idx="375">
                  <c:v>4.6011684793200001</c:v>
                </c:pt>
                <c:pt idx="376">
                  <c:v>4.6344262295099998</c:v>
                </c:pt>
                <c:pt idx="377">
                  <c:v>4.6764450880100004</c:v>
                </c:pt>
                <c:pt idx="378">
                  <c:v>4.71408154468</c:v>
                </c:pt>
                <c:pt idx="379">
                  <c:v>4.7590022962400003</c:v>
                </c:pt>
                <c:pt idx="380">
                  <c:v>4.7967213114799998</c:v>
                </c:pt>
                <c:pt idx="381">
                  <c:v>4.83278688525</c:v>
                </c:pt>
                <c:pt idx="382">
                  <c:v>4.8721546626799999</c:v>
                </c:pt>
                <c:pt idx="383">
                  <c:v>4.9173184106900001</c:v>
                </c:pt>
                <c:pt idx="384">
                  <c:v>4.9549548673499997</c:v>
                </c:pt>
                <c:pt idx="385">
                  <c:v>4.9925913240200002</c:v>
                </c:pt>
                <c:pt idx="386">
                  <c:v>5.0311475409800002</c:v>
                </c:pt>
                <c:pt idx="387">
                  <c:v>5.0678642373600002</c:v>
                </c:pt>
                <c:pt idx="388">
                  <c:v>5.1130279853599996</c:v>
                </c:pt>
                <c:pt idx="389">
                  <c:v>5.1506644420300001</c:v>
                </c:pt>
                <c:pt idx="390">
                  <c:v>5.1934426229500001</c:v>
                </c:pt>
                <c:pt idx="391">
                  <c:v>5.2334646466999999</c:v>
                </c:pt>
                <c:pt idx="392">
                  <c:v>5.2711011033700004</c:v>
                </c:pt>
                <c:pt idx="393">
                  <c:v>5.3129581153299998</c:v>
                </c:pt>
                <c:pt idx="394">
                  <c:v>5.3539013080400002</c:v>
                </c:pt>
                <c:pt idx="395">
                  <c:v>5.3915377647099998</c:v>
                </c:pt>
                <c:pt idx="396">
                  <c:v>5.4291742213800003</c:v>
                </c:pt>
                <c:pt idx="397">
                  <c:v>5.4743379693799996</c:v>
                </c:pt>
                <c:pt idx="398">
                  <c:v>5.5414681440900004</c:v>
                </c:pt>
                <c:pt idx="399">
                  <c:v>5.6442622950799999</c:v>
                </c:pt>
                <c:pt idx="400">
                  <c:v>5.7496443074999997</c:v>
                </c:pt>
                <c:pt idx="401">
                  <c:v>5.8606557377000001</c:v>
                </c:pt>
                <c:pt idx="402">
                  <c:v>5.9508196721299997</c:v>
                </c:pt>
                <c:pt idx="403">
                  <c:v>6.0590163934400003</c:v>
                </c:pt>
                <c:pt idx="404">
                  <c:v>6.16721311475</c:v>
                </c:pt>
                <c:pt idx="405">
                  <c:v>6.2754098360699997</c:v>
                </c:pt>
                <c:pt idx="406">
                  <c:v>6.3836065573800003</c:v>
                </c:pt>
                <c:pt idx="407">
                  <c:v>6.4896021789600002</c:v>
                </c:pt>
                <c:pt idx="408">
                  <c:v>6.5851693341299997</c:v>
                </c:pt>
                <c:pt idx="409">
                  <c:v>6.7081967213100002</c:v>
                </c:pt>
                <c:pt idx="410">
                  <c:v>6.8163934426199999</c:v>
                </c:pt>
                <c:pt idx="411">
                  <c:v>6.9245901639299996</c:v>
                </c:pt>
                <c:pt idx="412">
                  <c:v>6.99672131148</c:v>
                </c:pt>
              </c:numCache>
            </c:numRef>
          </c:xVal>
          <c:yVal>
            <c:numRef>
              <c:f>'Chart Data'!$D$2:$D$414</c:f>
              <c:numCache>
                <c:formatCode>#,##0</c:formatCode>
                <c:ptCount val="413"/>
                <c:pt idx="0">
                  <c:v>0</c:v>
                </c:pt>
                <c:pt idx="1">
                  <c:v>1.5338272077499999E-2</c:v>
                </c:pt>
                <c:pt idx="2">
                  <c:v>2.09049663617E-2</c:v>
                </c:pt>
                <c:pt idx="3">
                  <c:v>2.97750946477E-2</c:v>
                </c:pt>
                <c:pt idx="4">
                  <c:v>3.8814209319800001E-2</c:v>
                </c:pt>
                <c:pt idx="5">
                  <c:v>5.52593024463E-2</c:v>
                </c:pt>
                <c:pt idx="6">
                  <c:v>8.2192377673699996E-2</c:v>
                </c:pt>
                <c:pt idx="7">
                  <c:v>0.10706986530900001</c:v>
                </c:pt>
                <c:pt idx="8">
                  <c:v>0.13944267996699999</c:v>
                </c:pt>
                <c:pt idx="9">
                  <c:v>0.18970982084400001</c:v>
                </c:pt>
                <c:pt idx="10">
                  <c:v>0.25798219575199999</c:v>
                </c:pt>
                <c:pt idx="11">
                  <c:v>0.33561357372700001</c:v>
                </c:pt>
                <c:pt idx="12">
                  <c:v>0.43641529460799999</c:v>
                </c:pt>
                <c:pt idx="13">
                  <c:v>0.59251016898599995</c:v>
                </c:pt>
                <c:pt idx="14">
                  <c:v>0.80380336584199996</c:v>
                </c:pt>
                <c:pt idx="15">
                  <c:v>1.18810520657</c:v>
                </c:pt>
                <c:pt idx="16">
                  <c:v>1.60806700382</c:v>
                </c:pt>
                <c:pt idx="17">
                  <c:v>2.2690358498499998</c:v>
                </c:pt>
                <c:pt idx="18">
                  <c:v>3.1953042541299999</c:v>
                </c:pt>
                <c:pt idx="19">
                  <c:v>4.6831020292499996</c:v>
                </c:pt>
                <c:pt idx="20">
                  <c:v>6.0306592907200001</c:v>
                </c:pt>
                <c:pt idx="21">
                  <c:v>7.75197157784</c:v>
                </c:pt>
                <c:pt idx="22">
                  <c:v>10.226811488899999</c:v>
                </c:pt>
                <c:pt idx="23">
                  <c:v>13.2585821612</c:v>
                </c:pt>
                <c:pt idx="24">
                  <c:v>16.917789791899999</c:v>
                </c:pt>
                <c:pt idx="25">
                  <c:v>21.5233442816</c:v>
                </c:pt>
                <c:pt idx="26">
                  <c:v>27.292562519299999</c:v>
                </c:pt>
                <c:pt idx="27">
                  <c:v>35.739374667600003</c:v>
                </c:pt>
                <c:pt idx="28">
                  <c:v>43.3860959063</c:v>
                </c:pt>
                <c:pt idx="29">
                  <c:v>52.360209993200002</c:v>
                </c:pt>
                <c:pt idx="30">
                  <c:v>65.316953999999996</c:v>
                </c:pt>
                <c:pt idx="31">
                  <c:v>75.467941732200003</c:v>
                </c:pt>
                <c:pt idx="32">
                  <c:v>85.849422926499997</c:v>
                </c:pt>
                <c:pt idx="33">
                  <c:v>103.471507944</c:v>
                </c:pt>
                <c:pt idx="34">
                  <c:v>125.808302868</c:v>
                </c:pt>
                <c:pt idx="35">
                  <c:v>144.46276543799999</c:v>
                </c:pt>
                <c:pt idx="36">
                  <c:v>164.19734253799999</c:v>
                </c:pt>
                <c:pt idx="37">
                  <c:v>191.80470049499999</c:v>
                </c:pt>
                <c:pt idx="38">
                  <c:v>216.36130092900001</c:v>
                </c:pt>
                <c:pt idx="39">
                  <c:v>246.08121533400001</c:v>
                </c:pt>
                <c:pt idx="40">
                  <c:v>276.28413988</c:v>
                </c:pt>
                <c:pt idx="41">
                  <c:v>306.16774224900001</c:v>
                </c:pt>
                <c:pt idx="42">
                  <c:v>336.58827355699998</c:v>
                </c:pt>
                <c:pt idx="43">
                  <c:v>364.58511897699998</c:v>
                </c:pt>
                <c:pt idx="44">
                  <c:v>393.292635254</c:v>
                </c:pt>
                <c:pt idx="45">
                  <c:v>422.94709390600002</c:v>
                </c:pt>
                <c:pt idx="46">
                  <c:v>443.42198776100003</c:v>
                </c:pt>
                <c:pt idx="47">
                  <c:v>477.400115379</c:v>
                </c:pt>
                <c:pt idx="48">
                  <c:v>506.89695510899998</c:v>
                </c:pt>
                <c:pt idx="49">
                  <c:v>530.66795907100004</c:v>
                </c:pt>
                <c:pt idx="50">
                  <c:v>556.554294529</c:v>
                </c:pt>
                <c:pt idx="51">
                  <c:v>589.17226941000001</c:v>
                </c:pt>
                <c:pt idx="52">
                  <c:v>620.77989671499995</c:v>
                </c:pt>
                <c:pt idx="53">
                  <c:v>648.471725526</c:v>
                </c:pt>
                <c:pt idx="54">
                  <c:v>676.643872257</c:v>
                </c:pt>
                <c:pt idx="55">
                  <c:v>706.24057920300004</c:v>
                </c:pt>
                <c:pt idx="56">
                  <c:v>735.99943151299999</c:v>
                </c:pt>
                <c:pt idx="57">
                  <c:v>764.57871843700002</c:v>
                </c:pt>
                <c:pt idx="58">
                  <c:v>787.52547472100002</c:v>
                </c:pt>
                <c:pt idx="59">
                  <c:v>814.05578155900002</c:v>
                </c:pt>
                <c:pt idx="60">
                  <c:v>835.75523391599995</c:v>
                </c:pt>
                <c:pt idx="61">
                  <c:v>859.97777085899997</c:v>
                </c:pt>
                <c:pt idx="62">
                  <c:v>883.61723090099997</c:v>
                </c:pt>
                <c:pt idx="63">
                  <c:v>902.59328061400004</c:v>
                </c:pt>
                <c:pt idx="64">
                  <c:v>923.23890398499998</c:v>
                </c:pt>
                <c:pt idx="65">
                  <c:v>945.58555850100004</c:v>
                </c:pt>
                <c:pt idx="66">
                  <c:v>965.79897027100003</c:v>
                </c:pt>
                <c:pt idx="67">
                  <c:v>988.20261251900001</c:v>
                </c:pt>
                <c:pt idx="68">
                  <c:v>1006.85707842</c:v>
                </c:pt>
                <c:pt idx="69">
                  <c:v>1026.3677075999999</c:v>
                </c:pt>
                <c:pt idx="70">
                  <c:v>1044.40934662</c:v>
                </c:pt>
                <c:pt idx="71">
                  <c:v>1060.67126538</c:v>
                </c:pt>
                <c:pt idx="72">
                  <c:v>1075.87310783</c:v>
                </c:pt>
                <c:pt idx="73">
                  <c:v>1088.77365592</c:v>
                </c:pt>
                <c:pt idx="74">
                  <c:v>1105.58445635</c:v>
                </c:pt>
                <c:pt idx="75">
                  <c:v>1121.60654914</c:v>
                </c:pt>
                <c:pt idx="76">
                  <c:v>1134.8372636700001</c:v>
                </c:pt>
                <c:pt idx="77">
                  <c:v>1149.3916779799999</c:v>
                </c:pt>
                <c:pt idx="78">
                  <c:v>1163.3542401699999</c:v>
                </c:pt>
                <c:pt idx="79">
                  <c:v>1174.79732883</c:v>
                </c:pt>
                <c:pt idx="80">
                  <c:v>1187.56211216</c:v>
                </c:pt>
                <c:pt idx="81">
                  <c:v>1198.0224041399999</c:v>
                </c:pt>
                <c:pt idx="82">
                  <c:v>1208.05723644</c:v>
                </c:pt>
                <c:pt idx="83">
                  <c:v>1217.68341027</c:v>
                </c:pt>
                <c:pt idx="84">
                  <c:v>1226.9170635099999</c:v>
                </c:pt>
                <c:pt idx="85">
                  <c:v>1236.81790215</c:v>
                </c:pt>
                <c:pt idx="86">
                  <c:v>1246.32410555</c:v>
                </c:pt>
                <c:pt idx="87">
                  <c:v>1255.0555226500001</c:v>
                </c:pt>
                <c:pt idx="88">
                  <c:v>1262.7596938900001</c:v>
                </c:pt>
                <c:pt idx="89">
                  <c:v>1271.34860768</c:v>
                </c:pt>
                <c:pt idx="90">
                  <c:v>1279.5263373499999</c:v>
                </c:pt>
                <c:pt idx="91">
                  <c:v>1286.22288755</c:v>
                </c:pt>
                <c:pt idx="92">
                  <c:v>1293.6864265500001</c:v>
                </c:pt>
                <c:pt idx="93">
                  <c:v>1300.7904604</c:v>
                </c:pt>
                <c:pt idx="94">
                  <c:v>1307.3967969299999</c:v>
                </c:pt>
                <c:pt idx="95">
                  <c:v>1313.98529239</c:v>
                </c:pt>
                <c:pt idx="96">
                  <c:v>1320.1068702699999</c:v>
                </c:pt>
                <c:pt idx="97">
                  <c:v>1325.86702575</c:v>
                </c:pt>
                <c:pt idx="98">
                  <c:v>1331.2291612700001</c:v>
                </c:pt>
                <c:pt idx="99">
                  <c:v>1336.33741371</c:v>
                </c:pt>
                <c:pt idx="100">
                  <c:v>1341.0571614999999</c:v>
                </c:pt>
                <c:pt idx="101">
                  <c:v>1341.0578690299999</c:v>
                </c:pt>
                <c:pt idx="102">
                  <c:v>1341.05862473</c:v>
                </c:pt>
                <c:pt idx="103">
                  <c:v>1341.0594308899999</c:v>
                </c:pt>
                <c:pt idx="104">
                  <c:v>1341.06028971</c:v>
                </c:pt>
                <c:pt idx="105">
                  <c:v>1341.0612032500001</c:v>
                </c:pt>
                <c:pt idx="106">
                  <c:v>1341.06217335</c:v>
                </c:pt>
                <c:pt idx="107">
                  <c:v>1341.06320155</c:v>
                </c:pt>
                <c:pt idx="108">
                  <c:v>1341.0642889799999</c:v>
                </c:pt>
                <c:pt idx="109">
                  <c:v>1341.06543629</c:v>
                </c:pt>
                <c:pt idx="110">
                  <c:v>1341.06664342</c:v>
                </c:pt>
                <c:pt idx="111">
                  <c:v>1341.0679094899999</c:v>
                </c:pt>
                <c:pt idx="112">
                  <c:v>1341.0692325699999</c:v>
                </c:pt>
                <c:pt idx="113">
                  <c:v>1341.0706094100001</c:v>
                </c:pt>
                <c:pt idx="114">
                  <c:v>1341.07203516</c:v>
                </c:pt>
                <c:pt idx="115">
                  <c:v>1341.0735030000001</c:v>
                </c:pt>
                <c:pt idx="116">
                  <c:v>1341.0750037</c:v>
                </c:pt>
                <c:pt idx="117">
                  <c:v>1341.07652515</c:v>
                </c:pt>
                <c:pt idx="118">
                  <c:v>1341.07805171</c:v>
                </c:pt>
                <c:pt idx="119">
                  <c:v>1341.07956354</c:v>
                </c:pt>
                <c:pt idx="120">
                  <c:v>1341.0810356899999</c:v>
                </c:pt>
                <c:pt idx="121">
                  <c:v>1341.0824372</c:v>
                </c:pt>
                <c:pt idx="122">
                  <c:v>1341.08372983</c:v>
                </c:pt>
                <c:pt idx="123">
                  <c:v>1341.0848667</c:v>
                </c:pt>
                <c:pt idx="124">
                  <c:v>1341.08579065</c:v>
                </c:pt>
                <c:pt idx="125">
                  <c:v>1341.08643233</c:v>
                </c:pt>
                <c:pt idx="126">
                  <c:v>1341.08670785</c:v>
                </c:pt>
                <c:pt idx="127">
                  <c:v>1341.08671172</c:v>
                </c:pt>
                <c:pt idx="128">
                  <c:v>1341.0865641400001</c:v>
                </c:pt>
                <c:pt idx="129">
                  <c:v>1341.0858560199999</c:v>
                </c:pt>
                <c:pt idx="130">
                  <c:v>1341.0844314200001</c:v>
                </c:pt>
                <c:pt idx="131">
                  <c:v>1341.08211992</c:v>
                </c:pt>
                <c:pt idx="132">
                  <c:v>1341.07871823</c:v>
                </c:pt>
                <c:pt idx="133">
                  <c:v>1341.07398423</c:v>
                </c:pt>
                <c:pt idx="134">
                  <c:v>1341.06763009</c:v>
                </c:pt>
                <c:pt idx="135">
                  <c:v>1341.05931412</c:v>
                </c:pt>
                <c:pt idx="136">
                  <c:v>1341.0486312600001</c:v>
                </c:pt>
                <c:pt idx="137">
                  <c:v>1341.03676251</c:v>
                </c:pt>
                <c:pt idx="138">
                  <c:v>1341.02022969</c:v>
                </c:pt>
                <c:pt idx="139">
                  <c:v>1340.9996928800001</c:v>
                </c:pt>
                <c:pt idx="140">
                  <c:v>1340.97437526</c:v>
                </c:pt>
                <c:pt idx="141">
                  <c:v>1340.9433605199999</c:v>
                </c:pt>
                <c:pt idx="142">
                  <c:v>1340.9055686300001</c:v>
                </c:pt>
                <c:pt idx="143">
                  <c:v>1340.85972754</c:v>
                </c:pt>
                <c:pt idx="144">
                  <c:v>1340.8043400399999</c:v>
                </c:pt>
                <c:pt idx="145">
                  <c:v>1340.7376450100001</c:v>
                </c:pt>
                <c:pt idx="146">
                  <c:v>1340.6575720999999</c:v>
                </c:pt>
                <c:pt idx="147">
                  <c:v>1340.5616888</c:v>
                </c:pt>
                <c:pt idx="148">
                  <c:v>1340.44713854</c:v>
                </c:pt>
                <c:pt idx="149">
                  <c:v>1340.3105684699999</c:v>
                </c:pt>
                <c:pt idx="150">
                  <c:v>1340.1480450700001</c:v>
                </c:pt>
                <c:pt idx="151">
                  <c:v>1339.9549557</c:v>
                </c:pt>
                <c:pt idx="152">
                  <c:v>1339.7258938099999</c:v>
                </c:pt>
                <c:pt idx="153">
                  <c:v>1339.48698674</c:v>
                </c:pt>
                <c:pt idx="154">
                  <c:v>1339.17182168</c:v>
                </c:pt>
                <c:pt idx="155">
                  <c:v>1338.79928118</c:v>
                </c:pt>
                <c:pt idx="156">
                  <c:v>1338.35937982</c:v>
                </c:pt>
                <c:pt idx="157">
                  <c:v>1337.9024076200001</c:v>
                </c:pt>
                <c:pt idx="158">
                  <c:v>1337.30181356</c:v>
                </c:pt>
                <c:pt idx="159">
                  <c:v>1336.5944664000001</c:v>
                </c:pt>
                <c:pt idx="160">
                  <c:v>1335.7620475199999</c:v>
                </c:pt>
                <c:pt idx="161">
                  <c:v>1334.7831704499999</c:v>
                </c:pt>
                <c:pt idx="162">
                  <c:v>1333.6328805400001</c:v>
                </c:pt>
                <c:pt idx="163">
                  <c:v>1332.2820765500001</c:v>
                </c:pt>
                <c:pt idx="164">
                  <c:v>1330.6968428099999</c:v>
                </c:pt>
                <c:pt idx="165">
                  <c:v>1328.83767954</c:v>
                </c:pt>
                <c:pt idx="166">
                  <c:v>1326.91812497</c:v>
                </c:pt>
                <c:pt idx="167">
                  <c:v>1324.41009164</c:v>
                </c:pt>
                <c:pt idx="168">
                  <c:v>1321.4739705</c:v>
                </c:pt>
                <c:pt idx="169">
                  <c:v>1318.3799012100001</c:v>
                </c:pt>
                <c:pt idx="170">
                  <c:v>1314.50036682</c:v>
                </c:pt>
                <c:pt idx="171">
                  <c:v>1310.4365597799999</c:v>
                </c:pt>
                <c:pt idx="172">
                  <c:v>1305.1425584000001</c:v>
                </c:pt>
                <c:pt idx="173">
                  <c:v>1298.9648528299999</c:v>
                </c:pt>
                <c:pt idx="174">
                  <c:v>1291.7615120299999</c:v>
                </c:pt>
                <c:pt idx="175">
                  <c:v>1284.36602722</c:v>
                </c:pt>
                <c:pt idx="176">
                  <c:v>1274.76036232</c:v>
                </c:pt>
                <c:pt idx="177">
                  <c:v>1263.5889814899999</c:v>
                </c:pt>
                <c:pt idx="178">
                  <c:v>1252.1500186599999</c:v>
                </c:pt>
                <c:pt idx="179">
                  <c:v>1239.09221361</c:v>
                </c:pt>
                <c:pt idx="180">
                  <c:v>1224.2015407599999</c:v>
                </c:pt>
                <c:pt idx="181">
                  <c:v>1204.96090976</c:v>
                </c:pt>
                <c:pt idx="182">
                  <c:v>1185.87990266</c:v>
                </c:pt>
                <c:pt idx="183">
                  <c:v>1163.0769718500001</c:v>
                </c:pt>
                <c:pt idx="184">
                  <c:v>1140.83494266</c:v>
                </c:pt>
                <c:pt idx="185">
                  <c:v>1109.2103832</c:v>
                </c:pt>
                <c:pt idx="186">
                  <c:v>1079.6707754700001</c:v>
                </c:pt>
                <c:pt idx="187">
                  <c:v>1040.44385078</c:v>
                </c:pt>
                <c:pt idx="188">
                  <c:v>999.58585586100003</c:v>
                </c:pt>
                <c:pt idx="189">
                  <c:v>959.51058903199998</c:v>
                </c:pt>
                <c:pt idx="190">
                  <c:v>908.80819871400001</c:v>
                </c:pt>
                <c:pt idx="191">
                  <c:v>854.43667683800004</c:v>
                </c:pt>
                <c:pt idx="192">
                  <c:v>797.76343009000004</c:v>
                </c:pt>
                <c:pt idx="193">
                  <c:v>729.29795332499998</c:v>
                </c:pt>
                <c:pt idx="194">
                  <c:v>663.79906357499999</c:v>
                </c:pt>
                <c:pt idx="195">
                  <c:v>592.949530407</c:v>
                </c:pt>
                <c:pt idx="196">
                  <c:v>514.92575713799999</c:v>
                </c:pt>
                <c:pt idx="197">
                  <c:v>435.193381827</c:v>
                </c:pt>
                <c:pt idx="198">
                  <c:v>360.51293189900002</c:v>
                </c:pt>
                <c:pt idx="199">
                  <c:v>265.68184461700002</c:v>
                </c:pt>
                <c:pt idx="200">
                  <c:v>162.29445495600001</c:v>
                </c:pt>
                <c:pt idx="201">
                  <c:v>78.318269276799995</c:v>
                </c:pt>
                <c:pt idx="202">
                  <c:v>-35.561203384300001</c:v>
                </c:pt>
                <c:pt idx="203">
                  <c:v>-107.20394707200001</c:v>
                </c:pt>
                <c:pt idx="204">
                  <c:v>-206.00677140499999</c:v>
                </c:pt>
                <c:pt idx="205">
                  <c:v>-287.88765403999997</c:v>
                </c:pt>
                <c:pt idx="206">
                  <c:v>-376.53494069999999</c:v>
                </c:pt>
                <c:pt idx="207">
                  <c:v>-447.62880813599998</c:v>
                </c:pt>
                <c:pt idx="208">
                  <c:v>-508.702763667</c:v>
                </c:pt>
                <c:pt idx="209">
                  <c:v>-554.88451074600005</c:v>
                </c:pt>
                <c:pt idx="210">
                  <c:v>-590.113644948</c:v>
                </c:pt>
                <c:pt idx="211">
                  <c:v>-613.64350754700001</c:v>
                </c:pt>
                <c:pt idx="212">
                  <c:v>-619.95448018900004</c:v>
                </c:pt>
                <c:pt idx="213">
                  <c:v>-619.95366337600001</c:v>
                </c:pt>
                <c:pt idx="214">
                  <c:v>-613.02969913000004</c:v>
                </c:pt>
                <c:pt idx="215">
                  <c:v>-586.12360417599996</c:v>
                </c:pt>
                <c:pt idx="216">
                  <c:v>-538.252402502</c:v>
                </c:pt>
                <c:pt idx="217">
                  <c:v>-488.41660137100001</c:v>
                </c:pt>
                <c:pt idx="218">
                  <c:v>-415.93940972000001</c:v>
                </c:pt>
                <c:pt idx="219">
                  <c:v>-331.19591909299999</c:v>
                </c:pt>
                <c:pt idx="220">
                  <c:v>-258.36031069699999</c:v>
                </c:pt>
                <c:pt idx="221">
                  <c:v>-146.91032652199999</c:v>
                </c:pt>
                <c:pt idx="222">
                  <c:v>-68.136523444999995</c:v>
                </c:pt>
                <c:pt idx="223">
                  <c:v>34.983116779699998</c:v>
                </c:pt>
                <c:pt idx="224">
                  <c:v>133.32211356799999</c:v>
                </c:pt>
                <c:pt idx="225">
                  <c:v>212.238621309</c:v>
                </c:pt>
                <c:pt idx="226">
                  <c:v>274.02855522999999</c:v>
                </c:pt>
                <c:pt idx="227">
                  <c:v>324.12665896599998</c:v>
                </c:pt>
                <c:pt idx="228">
                  <c:v>366.86188954099998</c:v>
                </c:pt>
                <c:pt idx="229">
                  <c:v>382.14515845699998</c:v>
                </c:pt>
                <c:pt idx="230">
                  <c:v>383.06892019600002</c:v>
                </c:pt>
                <c:pt idx="231">
                  <c:v>367.61304658099999</c:v>
                </c:pt>
                <c:pt idx="232">
                  <c:v>334.29677952999998</c:v>
                </c:pt>
                <c:pt idx="233">
                  <c:v>295.89347514899998</c:v>
                </c:pt>
                <c:pt idx="234">
                  <c:v>234.10169768200001</c:v>
                </c:pt>
                <c:pt idx="235">
                  <c:v>170.02714378100001</c:v>
                </c:pt>
                <c:pt idx="236">
                  <c:v>111.568773265</c:v>
                </c:pt>
                <c:pt idx="237">
                  <c:v>49.945601204399999</c:v>
                </c:pt>
                <c:pt idx="238">
                  <c:v>-14.038991621899999</c:v>
                </c:pt>
                <c:pt idx="239">
                  <c:v>-57.686641429799998</c:v>
                </c:pt>
                <c:pt idx="240">
                  <c:v>-101.74842164899999</c:v>
                </c:pt>
                <c:pt idx="241">
                  <c:v>-124.86627846899999</c:v>
                </c:pt>
                <c:pt idx="242">
                  <c:v>-139.388718549</c:v>
                </c:pt>
                <c:pt idx="243">
                  <c:v>-139.21296450299999</c:v>
                </c:pt>
                <c:pt idx="244">
                  <c:v>-125.81251096299999</c:v>
                </c:pt>
                <c:pt idx="245">
                  <c:v>-103.072805007</c:v>
                </c:pt>
                <c:pt idx="246">
                  <c:v>-74.839791084799998</c:v>
                </c:pt>
                <c:pt idx="247">
                  <c:v>-36.409996208000003</c:v>
                </c:pt>
                <c:pt idx="248">
                  <c:v>2.4002999940600001</c:v>
                </c:pt>
                <c:pt idx="249">
                  <c:v>33.126876997499998</c:v>
                </c:pt>
                <c:pt idx="250">
                  <c:v>68.284760141299998</c:v>
                </c:pt>
                <c:pt idx="251">
                  <c:v>96.168979938700005</c:v>
                </c:pt>
                <c:pt idx="252">
                  <c:v>116.46801921399999</c:v>
                </c:pt>
                <c:pt idx="253">
                  <c:v>128.05642346299999</c:v>
                </c:pt>
                <c:pt idx="254">
                  <c:v>130.711644984</c:v>
                </c:pt>
                <c:pt idx="255">
                  <c:v>126.734344574</c:v>
                </c:pt>
                <c:pt idx="256">
                  <c:v>115.762368079</c:v>
                </c:pt>
                <c:pt idx="257">
                  <c:v>96.665070698099996</c:v>
                </c:pt>
                <c:pt idx="258">
                  <c:v>80.563731485100007</c:v>
                </c:pt>
                <c:pt idx="259">
                  <c:v>54.440448233399998</c:v>
                </c:pt>
                <c:pt idx="260">
                  <c:v>37.262350605100004</c:v>
                </c:pt>
                <c:pt idx="261">
                  <c:v>19.568101472399999</c:v>
                </c:pt>
                <c:pt idx="262">
                  <c:v>2.4014834964</c:v>
                </c:pt>
                <c:pt idx="263">
                  <c:v>-7.07483007027</c:v>
                </c:pt>
                <c:pt idx="264">
                  <c:v>-11.3494392119</c:v>
                </c:pt>
                <c:pt idx="265">
                  <c:v>-11.6835413647</c:v>
                </c:pt>
                <c:pt idx="266">
                  <c:v>-7.4654307770599999</c:v>
                </c:pt>
                <c:pt idx="267">
                  <c:v>-0.13404260052899999</c:v>
                </c:pt>
                <c:pt idx="268">
                  <c:v>10.179606035500001</c:v>
                </c:pt>
                <c:pt idx="269">
                  <c:v>20.929434750199999</c:v>
                </c:pt>
                <c:pt idx="270">
                  <c:v>33.364374789300001</c:v>
                </c:pt>
                <c:pt idx="271">
                  <c:v>42.927096005999999</c:v>
                </c:pt>
                <c:pt idx="272">
                  <c:v>51.039459794700001</c:v>
                </c:pt>
                <c:pt idx="273">
                  <c:v>57.380807150300001</c:v>
                </c:pt>
                <c:pt idx="274">
                  <c:v>59.932001972099997</c:v>
                </c:pt>
                <c:pt idx="275">
                  <c:v>60.082378286699999</c:v>
                </c:pt>
                <c:pt idx="276">
                  <c:v>57.683428726099997</c:v>
                </c:pt>
                <c:pt idx="277">
                  <c:v>53.204900530400003</c:v>
                </c:pt>
                <c:pt idx="278">
                  <c:v>46.862903037899997</c:v>
                </c:pt>
                <c:pt idx="279">
                  <c:v>40.833579527200001</c:v>
                </c:pt>
                <c:pt idx="280">
                  <c:v>34.755466744700001</c:v>
                </c:pt>
                <c:pt idx="281">
                  <c:v>28.963877612299999</c:v>
                </c:pt>
                <c:pt idx="282">
                  <c:v>25.0907266466</c:v>
                </c:pt>
                <c:pt idx="283">
                  <c:v>21.954079261099999</c:v>
                </c:pt>
                <c:pt idx="284">
                  <c:v>20.841320055800001</c:v>
                </c:pt>
                <c:pt idx="285">
                  <c:v>21.031561249700001</c:v>
                </c:pt>
                <c:pt idx="286">
                  <c:v>22.671273648300001</c:v>
                </c:pt>
                <c:pt idx="287">
                  <c:v>25.359904682900002</c:v>
                </c:pt>
                <c:pt idx="288">
                  <c:v>28.226425947799999</c:v>
                </c:pt>
                <c:pt idx="289">
                  <c:v>31.7099905255</c:v>
                </c:pt>
                <c:pt idx="290">
                  <c:v>34.716179334800003</c:v>
                </c:pt>
                <c:pt idx="291">
                  <c:v>37.102276058500003</c:v>
                </c:pt>
                <c:pt idx="292">
                  <c:v>38.876589590400002</c:v>
                </c:pt>
                <c:pt idx="293">
                  <c:v>39.552997598600001</c:v>
                </c:pt>
                <c:pt idx="294">
                  <c:v>39.509947994699999</c:v>
                </c:pt>
                <c:pt idx="295">
                  <c:v>38.790079322799997</c:v>
                </c:pt>
                <c:pt idx="296">
                  <c:v>37.303040517900001</c:v>
                </c:pt>
                <c:pt idx="297">
                  <c:v>35.656481610999997</c:v>
                </c:pt>
                <c:pt idx="298">
                  <c:v>33.576084707</c:v>
                </c:pt>
                <c:pt idx="299">
                  <c:v>31.794231318000001</c:v>
                </c:pt>
                <c:pt idx="300">
                  <c:v>30.146249461499998</c:v>
                </c:pt>
                <c:pt idx="301">
                  <c:v>29.156395887799999</c:v>
                </c:pt>
                <c:pt idx="302">
                  <c:v>28.3968346158</c:v>
                </c:pt>
                <c:pt idx="303">
                  <c:v>28.171385572199998</c:v>
                </c:pt>
                <c:pt idx="304">
                  <c:v>28.3101890037</c:v>
                </c:pt>
                <c:pt idx="305">
                  <c:v>28.798200044800002</c:v>
                </c:pt>
                <c:pt idx="306">
                  <c:v>29.520298466700002</c:v>
                </c:pt>
                <c:pt idx="307">
                  <c:v>31.174707291899999</c:v>
                </c:pt>
                <c:pt idx="308">
                  <c:v>32.463269924800002</c:v>
                </c:pt>
                <c:pt idx="309">
                  <c:v>32.513609748599997</c:v>
                </c:pt>
                <c:pt idx="310">
                  <c:v>31.562144264099999</c:v>
                </c:pt>
                <c:pt idx="311">
                  <c:v>30.227778415100001</c:v>
                </c:pt>
                <c:pt idx="312">
                  <c:v>29.151561914599998</c:v>
                </c:pt>
                <c:pt idx="313">
                  <c:v>28.691112733400001</c:v>
                </c:pt>
                <c:pt idx="314">
                  <c:v>28.7442048857</c:v>
                </c:pt>
                <c:pt idx="315">
                  <c:v>29.080563361999999</c:v>
                </c:pt>
                <c:pt idx="316">
                  <c:v>29.292749895899998</c:v>
                </c:pt>
                <c:pt idx="317">
                  <c:v>29.1692346896</c:v>
                </c:pt>
                <c:pt idx="318">
                  <c:v>28.809357367800001</c:v>
                </c:pt>
                <c:pt idx="319">
                  <c:v>28.1806852988</c:v>
                </c:pt>
                <c:pt idx="320">
                  <c:v>27.754081849999999</c:v>
                </c:pt>
                <c:pt idx="321">
                  <c:v>27.425368599599999</c:v>
                </c:pt>
                <c:pt idx="322">
                  <c:v>27.311932542800001</c:v>
                </c:pt>
                <c:pt idx="323">
                  <c:v>27.233936619600001</c:v>
                </c:pt>
                <c:pt idx="324">
                  <c:v>27.067604991900001</c:v>
                </c:pt>
                <c:pt idx="325">
                  <c:v>26.8255217072</c:v>
                </c:pt>
                <c:pt idx="326">
                  <c:v>26.477122822399998</c:v>
                </c:pt>
                <c:pt idx="327">
                  <c:v>26.180993956999998</c:v>
                </c:pt>
                <c:pt idx="328">
                  <c:v>25.9236666766</c:v>
                </c:pt>
                <c:pt idx="329">
                  <c:v>25.7042014425</c:v>
                </c:pt>
                <c:pt idx="330">
                  <c:v>25.496771250999998</c:v>
                </c:pt>
                <c:pt idx="331">
                  <c:v>25.278312998899999</c:v>
                </c:pt>
                <c:pt idx="332">
                  <c:v>25.026809551300001</c:v>
                </c:pt>
                <c:pt idx="333">
                  <c:v>24.789883454400002</c:v>
                </c:pt>
                <c:pt idx="334">
                  <c:v>24.5086811378</c:v>
                </c:pt>
                <c:pt idx="335">
                  <c:v>24.2973523591</c:v>
                </c:pt>
                <c:pt idx="336">
                  <c:v>24.051860632</c:v>
                </c:pt>
                <c:pt idx="337">
                  <c:v>23.863159915800001</c:v>
                </c:pt>
                <c:pt idx="338">
                  <c:v>23.625573179</c:v>
                </c:pt>
                <c:pt idx="339">
                  <c:v>23.3908420558</c:v>
                </c:pt>
                <c:pt idx="340">
                  <c:v>23.135897461999999</c:v>
                </c:pt>
                <c:pt idx="341">
                  <c:v>22.9345666366</c:v>
                </c:pt>
                <c:pt idx="342">
                  <c:v>22.694625958500001</c:v>
                </c:pt>
                <c:pt idx="343">
                  <c:v>22.5024318818</c:v>
                </c:pt>
                <c:pt idx="344">
                  <c:v>22.252458930700001</c:v>
                </c:pt>
                <c:pt idx="345">
                  <c:v>22.049372337000001</c:v>
                </c:pt>
                <c:pt idx="346">
                  <c:v>21.820281708500001</c:v>
                </c:pt>
                <c:pt idx="347">
                  <c:v>21.6105060567</c:v>
                </c:pt>
                <c:pt idx="348">
                  <c:v>21.366858303600001</c:v>
                </c:pt>
                <c:pt idx="349">
                  <c:v>21.1826052276</c:v>
                </c:pt>
                <c:pt idx="350">
                  <c:v>20.959277245599999</c:v>
                </c:pt>
                <c:pt idx="351">
                  <c:v>20.714889617299999</c:v>
                </c:pt>
                <c:pt idx="352">
                  <c:v>20.538976595400001</c:v>
                </c:pt>
                <c:pt idx="353">
                  <c:v>20.301498834899999</c:v>
                </c:pt>
                <c:pt idx="354">
                  <c:v>20.114396814100001</c:v>
                </c:pt>
                <c:pt idx="355">
                  <c:v>19.9021211588</c:v>
                </c:pt>
                <c:pt idx="356">
                  <c:v>19.699306833400001</c:v>
                </c:pt>
                <c:pt idx="357">
                  <c:v>19.495310590700001</c:v>
                </c:pt>
                <c:pt idx="358">
                  <c:v>19.293322975399999</c:v>
                </c:pt>
                <c:pt idx="359">
                  <c:v>19.093235439099999</c:v>
                </c:pt>
                <c:pt idx="360">
                  <c:v>18.895117216599999</c:v>
                </c:pt>
                <c:pt idx="361">
                  <c:v>18.699086897800001</c:v>
                </c:pt>
                <c:pt idx="362">
                  <c:v>18.5051898165</c:v>
                </c:pt>
                <c:pt idx="363">
                  <c:v>18.313372199500002</c:v>
                </c:pt>
                <c:pt idx="364">
                  <c:v>18.123539231500001</c:v>
                </c:pt>
                <c:pt idx="365">
                  <c:v>17.910329946699999</c:v>
                </c:pt>
                <c:pt idx="366">
                  <c:v>17.740108754200001</c:v>
                </c:pt>
                <c:pt idx="367">
                  <c:v>17.532588986499999</c:v>
                </c:pt>
                <c:pt idx="368">
                  <c:v>17.358333181500001</c:v>
                </c:pt>
                <c:pt idx="369">
                  <c:v>17.1858303795</c:v>
                </c:pt>
                <c:pt idx="370">
                  <c:v>16.9893267936</c:v>
                </c:pt>
                <c:pt idx="371">
                  <c:v>16.813167564600001</c:v>
                </c:pt>
                <c:pt idx="372">
                  <c:v>16.638822122499999</c:v>
                </c:pt>
                <c:pt idx="373">
                  <c:v>16.466280902400001</c:v>
                </c:pt>
                <c:pt idx="374">
                  <c:v>16.267186975600001</c:v>
                </c:pt>
                <c:pt idx="375">
                  <c:v>16.092998935299999</c:v>
                </c:pt>
                <c:pt idx="376">
                  <c:v>15.9454571961</c:v>
                </c:pt>
                <c:pt idx="377">
                  <c:v>15.7609781531</c:v>
                </c:pt>
                <c:pt idx="378">
                  <c:v>15.597548377600001</c:v>
                </c:pt>
                <c:pt idx="379">
                  <c:v>15.4047028707</c:v>
                </c:pt>
                <c:pt idx="380">
                  <c:v>15.244618685700001</c:v>
                </c:pt>
                <c:pt idx="381">
                  <c:v>15.0931097672</c:v>
                </c:pt>
                <c:pt idx="382">
                  <c:v>14.929447788799999</c:v>
                </c:pt>
                <c:pt idx="383">
                  <c:v>14.7438743643</c:v>
                </c:pt>
                <c:pt idx="384">
                  <c:v>14.590992013899999</c:v>
                </c:pt>
                <c:pt idx="385">
                  <c:v>14.4396944999</c:v>
                </c:pt>
                <c:pt idx="386">
                  <c:v>14.2863265439</c:v>
                </c:pt>
                <c:pt idx="387">
                  <c:v>14.1417908078</c:v>
                </c:pt>
                <c:pt idx="388">
                  <c:v>13.9660075394</c:v>
                </c:pt>
                <c:pt idx="389">
                  <c:v>13.821191602700001</c:v>
                </c:pt>
                <c:pt idx="390">
                  <c:v>13.658413715</c:v>
                </c:pt>
                <c:pt idx="391">
                  <c:v>13.5078595385</c:v>
                </c:pt>
                <c:pt idx="392">
                  <c:v>13.3677938539</c:v>
                </c:pt>
                <c:pt idx="393">
                  <c:v>13.2137265025</c:v>
                </c:pt>
                <c:pt idx="394">
                  <c:v>13.064740909099999</c:v>
                </c:pt>
                <c:pt idx="395">
                  <c:v>12.929270199399999</c:v>
                </c:pt>
                <c:pt idx="396">
                  <c:v>12.795204134800001</c:v>
                </c:pt>
                <c:pt idx="397">
                  <c:v>12.6361585407</c:v>
                </c:pt>
                <c:pt idx="398">
                  <c:v>12.4034032415</c:v>
                </c:pt>
                <c:pt idx="399">
                  <c:v>12.055274800099999</c:v>
                </c:pt>
                <c:pt idx="400">
                  <c:v>11.708522727</c:v>
                </c:pt>
                <c:pt idx="401">
                  <c:v>11.354029161</c:v>
                </c:pt>
                <c:pt idx="402">
                  <c:v>11.0740218618</c:v>
                </c:pt>
                <c:pt idx="403">
                  <c:v>10.7471131702</c:v>
                </c:pt>
                <c:pt idx="404">
                  <c:v>10.4298549314</c:v>
                </c:pt>
                <c:pt idx="405">
                  <c:v>10.1219622548</c:v>
                </c:pt>
                <c:pt idx="406">
                  <c:v>9.8231586715700008</c:v>
                </c:pt>
                <c:pt idx="407">
                  <c:v>9.5389889570600008</c:v>
                </c:pt>
                <c:pt idx="408">
                  <c:v>9.2898314697500002</c:v>
                </c:pt>
                <c:pt idx="409">
                  <c:v>8.9786387044100007</c:v>
                </c:pt>
                <c:pt idx="410">
                  <c:v>8.7135863995099996</c:v>
                </c:pt>
                <c:pt idx="411">
                  <c:v>8.4563585238899996</c:v>
                </c:pt>
                <c:pt idx="412">
                  <c:v>8.2891058318099997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1EF-D947-93D4-07D17CE580DF}"/>
            </c:ext>
          </c:extLst>
        </c:ser>
        <c:ser>
          <c:idx val="2"/>
          <c:order val="2"/>
          <c:tx>
            <c:v>Tail chop</c:v>
          </c:tx>
          <c:spPr>
            <a:ln w="33338">
              <a:solidFill>
                <a:srgbClr val="7964A7"/>
              </a:solidFill>
              <a:prstDash val="solid"/>
            </a:ln>
          </c:spPr>
          <c:marker>
            <c:symbol val="none"/>
          </c:marker>
          <c:xVal>
            <c:numRef>
              <c:f>'Chart Data'!$E$2:$E$433</c:f>
              <c:numCache>
                <c:formatCode>General</c:formatCode>
                <c:ptCount val="432"/>
                <c:pt idx="0">
                  <c:v>0</c:v>
                </c:pt>
                <c:pt idx="1">
                  <c:v>5.6546003558600002E-4</c:v>
                </c:pt>
                <c:pt idx="2">
                  <c:v>6.6043703597899999E-4</c:v>
                </c:pt>
                <c:pt idx="3">
                  <c:v>7.7136676518799999E-4</c:v>
                </c:pt>
                <c:pt idx="4">
                  <c:v>8.61836442444E-4</c:v>
                </c:pt>
                <c:pt idx="5">
                  <c:v>1.00659404684E-3</c:v>
                </c:pt>
                <c:pt idx="6">
                  <c:v>1.17566573567E-3</c:v>
                </c:pt>
                <c:pt idx="7">
                  <c:v>1.4039322509099999E-3</c:v>
                </c:pt>
                <c:pt idx="8">
                  <c:v>1.56859231064E-3</c:v>
                </c:pt>
                <c:pt idx="9">
                  <c:v>1.75256450972E-3</c:v>
                </c:pt>
                <c:pt idx="10">
                  <c:v>2.0020306869399998E-3</c:v>
                </c:pt>
                <c:pt idx="11">
                  <c:v>2.2870067545099999E-3</c:v>
                </c:pt>
                <c:pt idx="12">
                  <c:v>2.6125473147300001E-3</c:v>
                </c:pt>
                <c:pt idx="13">
                  <c:v>2.9844264597100002E-3</c:v>
                </c:pt>
                <c:pt idx="14">
                  <c:v>3.4092401860900002E-3</c:v>
                </c:pt>
                <c:pt idx="15">
                  <c:v>3.8945233877799999E-3</c:v>
                </c:pt>
                <c:pt idx="16">
                  <c:v>4.54866360292E-3</c:v>
                </c:pt>
                <c:pt idx="17">
                  <c:v>5.4318292495399998E-3</c:v>
                </c:pt>
                <c:pt idx="18">
                  <c:v>6.3441816993999997E-3</c:v>
                </c:pt>
                <c:pt idx="19">
                  <c:v>7.4097766306800003E-3</c:v>
                </c:pt>
                <c:pt idx="20">
                  <c:v>8.8484541721799998E-3</c:v>
                </c:pt>
                <c:pt idx="21">
                  <c:v>1.0566464434699999E-2</c:v>
                </c:pt>
                <c:pt idx="22">
                  <c:v>1.1805751204999999E-2</c:v>
                </c:pt>
                <c:pt idx="23">
                  <c:v>1.3486223225299999E-2</c:v>
                </c:pt>
                <c:pt idx="24">
                  <c:v>1.5405899525000001E-2</c:v>
                </c:pt>
                <c:pt idx="25">
                  <c:v>1.8032786885199999E-2</c:v>
                </c:pt>
                <c:pt idx="26">
                  <c:v>2.05548012503E-2</c:v>
                </c:pt>
                <c:pt idx="27">
                  <c:v>2.2965569148399999E-2</c:v>
                </c:pt>
                <c:pt idx="28">
                  <c:v>2.6822960887400001E-2</c:v>
                </c:pt>
                <c:pt idx="29">
                  <c:v>3.0641035187699998E-2</c:v>
                </c:pt>
                <c:pt idx="30">
                  <c:v>3.4234766068200001E-2</c:v>
                </c:pt>
                <c:pt idx="31">
                  <c:v>3.9107862705499999E-2</c:v>
                </c:pt>
                <c:pt idx="32">
                  <c:v>4.4674613004400003E-2</c:v>
                </c:pt>
                <c:pt idx="33">
                  <c:v>4.9914270716399999E-2</c:v>
                </c:pt>
                <c:pt idx="34">
                  <c:v>5.3348607594000001E-2</c:v>
                </c:pt>
                <c:pt idx="35">
                  <c:v>6.0942435451599997E-2</c:v>
                </c:pt>
                <c:pt idx="36">
                  <c:v>7.1178578329299996E-2</c:v>
                </c:pt>
                <c:pt idx="37">
                  <c:v>7.7782241493400003E-2</c:v>
                </c:pt>
                <c:pt idx="38">
                  <c:v>8.8854038470400007E-2</c:v>
                </c:pt>
                <c:pt idx="39">
                  <c:v>9.9275275871499993E-2</c:v>
                </c:pt>
                <c:pt idx="40">
                  <c:v>0.11340646672099999</c:v>
                </c:pt>
                <c:pt idx="41">
                  <c:v>0.12670733332100001</c:v>
                </c:pt>
                <c:pt idx="42">
                  <c:v>0.141568190787</c:v>
                </c:pt>
                <c:pt idx="43">
                  <c:v>0.154702320024</c:v>
                </c:pt>
                <c:pt idx="44">
                  <c:v>0.17284656682800001</c:v>
                </c:pt>
                <c:pt idx="45">
                  <c:v>0.18473922458</c:v>
                </c:pt>
                <c:pt idx="46">
                  <c:v>0.20187858927399999</c:v>
                </c:pt>
                <c:pt idx="47">
                  <c:v>0.216393442623</c:v>
                </c:pt>
                <c:pt idx="48">
                  <c:v>0.23442622950799999</c:v>
                </c:pt>
                <c:pt idx="49">
                  <c:v>0.25584246564200003</c:v>
                </c:pt>
                <c:pt idx="50">
                  <c:v>0.27716267111199999</c:v>
                </c:pt>
                <c:pt idx="51">
                  <c:v>0.300940343926</c:v>
                </c:pt>
                <c:pt idx="52">
                  <c:v>0.32886038265700002</c:v>
                </c:pt>
                <c:pt idx="53">
                  <c:v>0.35178339025799998</c:v>
                </c:pt>
                <c:pt idx="54">
                  <c:v>0.37868852459000002</c:v>
                </c:pt>
                <c:pt idx="55">
                  <c:v>0.401519492423</c:v>
                </c:pt>
                <c:pt idx="56">
                  <c:v>0.429145924304</c:v>
                </c:pt>
                <c:pt idx="57">
                  <c:v>0.45838441760900001</c:v>
                </c:pt>
                <c:pt idx="58">
                  <c:v>0.49023205985599999</c:v>
                </c:pt>
                <c:pt idx="59">
                  <c:v>0.52295081967199997</c:v>
                </c:pt>
                <c:pt idx="60">
                  <c:v>0.54772888009499998</c:v>
                </c:pt>
                <c:pt idx="61">
                  <c:v>0.57704918032800001</c:v>
                </c:pt>
                <c:pt idx="62">
                  <c:v>0.61196920939300004</c:v>
                </c:pt>
                <c:pt idx="63">
                  <c:v>0.64918032786900004</c:v>
                </c:pt>
                <c:pt idx="64">
                  <c:v>0.68374395956800005</c:v>
                </c:pt>
                <c:pt idx="65">
                  <c:v>0.71475808249399997</c:v>
                </c:pt>
                <c:pt idx="66">
                  <c:v>0.74717898321599996</c:v>
                </c:pt>
                <c:pt idx="67">
                  <c:v>0.77818749966199996</c:v>
                </c:pt>
                <c:pt idx="68">
                  <c:v>0.81147540983599997</c:v>
                </c:pt>
                <c:pt idx="69">
                  <c:v>0.84214811607200002</c:v>
                </c:pt>
                <c:pt idx="70">
                  <c:v>0.883606557377</c:v>
                </c:pt>
                <c:pt idx="71">
                  <c:v>0.91676883521800001</c:v>
                </c:pt>
                <c:pt idx="72">
                  <c:v>0.95364183726200002</c:v>
                </c:pt>
                <c:pt idx="73">
                  <c:v>0.99180327868899998</c:v>
                </c:pt>
                <c:pt idx="74">
                  <c:v>1.0340299653</c:v>
                </c:pt>
                <c:pt idx="75">
                  <c:v>1.0766703762400001</c:v>
                </c:pt>
                <c:pt idx="76">
                  <c:v>1.1086506844499999</c:v>
                </c:pt>
                <c:pt idx="77">
                  <c:v>1.14063099265</c:v>
                </c:pt>
                <c:pt idx="78">
                  <c:v>1.1832714036</c:v>
                </c:pt>
                <c:pt idx="79">
                  <c:v>1.21715515854</c:v>
                </c:pt>
                <c:pt idx="80">
                  <c:v>1.2622950819700001</c:v>
                </c:pt>
                <c:pt idx="81">
                  <c:v>1.30053253368</c:v>
                </c:pt>
                <c:pt idx="82">
                  <c:v>1.33442622951</c:v>
                </c:pt>
                <c:pt idx="83">
                  <c:v>1.37049180328</c:v>
                </c:pt>
                <c:pt idx="84">
                  <c:v>1.40713356103</c:v>
                </c:pt>
                <c:pt idx="85">
                  <c:v>1.4534772338799999</c:v>
                </c:pt>
                <c:pt idx="86">
                  <c:v>1.49672131148</c:v>
                </c:pt>
                <c:pt idx="87">
                  <c:v>1.5350547938500001</c:v>
                </c:pt>
                <c:pt idx="88">
                  <c:v>1.5688524590199999</c:v>
                </c:pt>
                <c:pt idx="89">
                  <c:v>1.6049180327899999</c:v>
                </c:pt>
                <c:pt idx="90">
                  <c:v>1.6409836065600001</c:v>
                </c:pt>
                <c:pt idx="91">
                  <c:v>1.6842962321399999</c:v>
                </c:pt>
                <c:pt idx="92">
                  <c:v>1.7269366430799999</c:v>
                </c:pt>
                <c:pt idx="93">
                  <c:v>1.7672131147500001</c:v>
                </c:pt>
                <c:pt idx="94">
                  <c:v>1.8015573622300001</c:v>
                </c:pt>
                <c:pt idx="95">
                  <c:v>1.8393442623</c:v>
                </c:pt>
                <c:pt idx="96">
                  <c:v>1.8868381841099999</c:v>
                </c:pt>
                <c:pt idx="97">
                  <c:v>1.92947859505</c:v>
                </c:pt>
                <c:pt idx="98">
                  <c:v>1.97211900599</c:v>
                </c:pt>
                <c:pt idx="99">
                  <c:v>2.01475941693</c:v>
                </c:pt>
                <c:pt idx="100">
                  <c:v>2.0557377049199999</c:v>
                </c:pt>
                <c:pt idx="101">
                  <c:v>2.09180327869</c:v>
                </c:pt>
                <c:pt idx="102">
                  <c:v>2.1266904956500001</c:v>
                </c:pt>
                <c:pt idx="103">
                  <c:v>2.1278688524599998</c:v>
                </c:pt>
                <c:pt idx="104">
                  <c:v>2.1666980150000001</c:v>
                </c:pt>
                <c:pt idx="105">
                  <c:v>2.2173013688999998</c:v>
                </c:pt>
                <c:pt idx="106">
                  <c:v>2.2599417798400001</c:v>
                </c:pt>
                <c:pt idx="107">
                  <c:v>2.3081967213099999</c:v>
                </c:pt>
                <c:pt idx="108">
                  <c:v>2.3452226017200002</c:v>
                </c:pt>
                <c:pt idx="109">
                  <c:v>2.3983606557399999</c:v>
                </c:pt>
                <c:pt idx="110">
                  <c:v>2.4344262295100001</c:v>
                </c:pt>
                <c:pt idx="111">
                  <c:v>2.4751134074099999</c:v>
                </c:pt>
                <c:pt idx="112">
                  <c:v>2.5264443482200001</c:v>
                </c:pt>
                <c:pt idx="113">
                  <c:v>2.5690847591599999</c:v>
                </c:pt>
                <c:pt idx="114">
                  <c:v>2.6147540983600002</c:v>
                </c:pt>
                <c:pt idx="115">
                  <c:v>2.6508196721299999</c:v>
                </c:pt>
                <c:pt idx="116">
                  <c:v>2.7047445073800001</c:v>
                </c:pt>
                <c:pt idx="117">
                  <c:v>2.74098360656</c:v>
                </c:pt>
                <c:pt idx="118">
                  <c:v>2.7770491803300001</c:v>
                </c:pt>
                <c:pt idx="119">
                  <c:v>2.8249272248000001</c:v>
                </c:pt>
                <c:pt idx="120">
                  <c:v>2.8672131147500002</c:v>
                </c:pt>
                <c:pt idx="121">
                  <c:v>2.9102080466800002</c:v>
                </c:pt>
                <c:pt idx="122">
                  <c:v>2.9556798602700001</c:v>
                </c:pt>
                <c:pt idx="123">
                  <c:v>3.0061489713</c:v>
                </c:pt>
                <c:pt idx="124">
                  <c:v>3.0475409836099998</c:v>
                </c:pt>
                <c:pt idx="125">
                  <c:v>3.0914297931800001</c:v>
                </c:pt>
                <c:pt idx="126">
                  <c:v>3.1377049180299998</c:v>
                </c:pt>
                <c:pt idx="127">
                  <c:v>3.1737704918</c:v>
                </c:pt>
                <c:pt idx="128">
                  <c:v>3.2278688524599999</c:v>
                </c:pt>
                <c:pt idx="129">
                  <c:v>3.2619914369399998</c:v>
                </c:pt>
                <c:pt idx="130">
                  <c:v>3.3023364899100001</c:v>
                </c:pt>
                <c:pt idx="131">
                  <c:v>3.3472722588199999</c:v>
                </c:pt>
                <c:pt idx="132">
                  <c:v>3.3901639344299999</c:v>
                </c:pt>
                <c:pt idx="133">
                  <c:v>3.4325530807</c:v>
                </c:pt>
                <c:pt idx="134">
                  <c:v>3.4803278688499999</c:v>
                </c:pt>
                <c:pt idx="135">
                  <c:v>3.5284940053199998</c:v>
                </c:pt>
                <c:pt idx="136">
                  <c:v>3.5704918032799999</c:v>
                </c:pt>
                <c:pt idx="137">
                  <c:v>3.6137748271999999</c:v>
                </c:pt>
                <c:pt idx="138">
                  <c:v>3.6606557377</c:v>
                </c:pt>
                <c:pt idx="139">
                  <c:v>3.69905564908</c:v>
                </c:pt>
                <c:pt idx="140">
                  <c:v>3.75081967213</c:v>
                </c:pt>
                <c:pt idx="141">
                  <c:v>3.7949965736900002</c:v>
                </c:pt>
                <c:pt idx="142">
                  <c:v>3.84098360656</c:v>
                </c:pt>
                <c:pt idx="143">
                  <c:v>3.89093749831</c:v>
                </c:pt>
                <c:pt idx="144">
                  <c:v>3.9435160529800002</c:v>
                </c:pt>
                <c:pt idx="145">
                  <c:v>3.9868784229199998</c:v>
                </c:pt>
                <c:pt idx="146">
                  <c:v>4.0319617112900001</c:v>
                </c:pt>
                <c:pt idx="147">
                  <c:v>4.0828193475400001</c:v>
                </c:pt>
                <c:pt idx="148">
                  <c:v>4.1295081967199998</c:v>
                </c:pt>
                <c:pt idx="149">
                  <c:v>4.1681001694199997</c:v>
                </c:pt>
                <c:pt idx="150">
                  <c:v>4.2196721311500003</c:v>
                </c:pt>
                <c:pt idx="151">
                  <c:v>4.2534192197299996</c:v>
                </c:pt>
                <c:pt idx="152">
                  <c:v>4.2534219848300001</c:v>
                </c:pt>
                <c:pt idx="153">
                  <c:v>4.2534249499300003</c:v>
                </c:pt>
                <c:pt idx="154">
                  <c:v>4.2534281294999996</c:v>
                </c:pt>
                <c:pt idx="155">
                  <c:v>4.2534315390600002</c:v>
                </c:pt>
                <c:pt idx="156">
                  <c:v>4.2534351952299998</c:v>
                </c:pt>
                <c:pt idx="157">
                  <c:v>4.25343911585</c:v>
                </c:pt>
                <c:pt idx="158">
                  <c:v>4.2534433200499997</c:v>
                </c:pt>
                <c:pt idx="159">
                  <c:v>4.2534478283499997</c:v>
                </c:pt>
                <c:pt idx="160">
                  <c:v>4.25345266274</c:v>
                </c:pt>
                <c:pt idx="161">
                  <c:v>4.2534578468099999</c:v>
                </c:pt>
                <c:pt idx="162">
                  <c:v>4.2534634058399998</c:v>
                </c:pt>
                <c:pt idx="163">
                  <c:v>4.2534693669700001</c:v>
                </c:pt>
                <c:pt idx="164">
                  <c:v>4.2534757592699997</c:v>
                </c:pt>
                <c:pt idx="165">
                  <c:v>4.2534826139300002</c:v>
                </c:pt>
                <c:pt idx="166">
                  <c:v>4.2534899643899999</c:v>
                </c:pt>
                <c:pt idx="167">
                  <c:v>4.2534978465200002</c:v>
                </c:pt>
                <c:pt idx="168">
                  <c:v>4.2535062987699996</c:v>
                </c:pt>
                <c:pt idx="169">
                  <c:v>4.2535153623799999</c:v>
                </c:pt>
                <c:pt idx="170">
                  <c:v>4.2535250815800003</c:v>
                </c:pt>
                <c:pt idx="171">
                  <c:v>4.2535355037700002</c:v>
                </c:pt>
                <c:pt idx="172">
                  <c:v>4.2535466798000003</c:v>
                </c:pt>
                <c:pt idx="173">
                  <c:v>4.2535586642199998</c:v>
                </c:pt>
                <c:pt idx="174">
                  <c:v>4.25357151547</c:v>
                </c:pt>
                <c:pt idx="175">
                  <c:v>4.2535852962699998</c:v>
                </c:pt>
                <c:pt idx="176">
                  <c:v>4.2536000738500004</c:v>
                </c:pt>
                <c:pt idx="177">
                  <c:v>4.2536159203099997</c:v>
                </c:pt>
                <c:pt idx="178">
                  <c:v>4.2536329129499997</c:v>
                </c:pt>
                <c:pt idx="179">
                  <c:v>4.2536511346900001</c:v>
                </c:pt>
                <c:pt idx="180">
                  <c:v>4.2536706744300004</c:v>
                </c:pt>
                <c:pt idx="181">
                  <c:v>4.2536916274900003</c:v>
                </c:pt>
                <c:pt idx="182">
                  <c:v>4.2537140961100004</c:v>
                </c:pt>
                <c:pt idx="183">
                  <c:v>4.25373818991</c:v>
                </c:pt>
                <c:pt idx="184">
                  <c:v>4.2537640264299998</c:v>
                </c:pt>
                <c:pt idx="185">
                  <c:v>4.2537917317399998</c:v>
                </c:pt>
                <c:pt idx="186">
                  <c:v>4.2538214410000004</c:v>
                </c:pt>
                <c:pt idx="187">
                  <c:v>4.2538532991600002</c:v>
                </c:pt>
                <c:pt idx="188">
                  <c:v>4.2538874616499998</c:v>
                </c:pt>
                <c:pt idx="189">
                  <c:v>4.2539240951400004</c:v>
                </c:pt>
                <c:pt idx="190">
                  <c:v>4.2539633783799999</c:v>
                </c:pt>
                <c:pt idx="191">
                  <c:v>4.2540055030000001</c:v>
                </c:pt>
                <c:pt idx="192">
                  <c:v>4.2540506745500002</c:v>
                </c:pt>
                <c:pt idx="193">
                  <c:v>4.2540991133899997</c:v>
                </c:pt>
                <c:pt idx="194">
                  <c:v>4.2541510558700004</c:v>
                </c:pt>
                <c:pt idx="195">
                  <c:v>4.2542067553900003</c:v>
                </c:pt>
                <c:pt idx="196">
                  <c:v>4.2542664837200004</c:v>
                </c:pt>
                <c:pt idx="197">
                  <c:v>4.25433053225</c:v>
                </c:pt>
                <c:pt idx="198">
                  <c:v>4.2543992134800002</c:v>
                </c:pt>
                <c:pt idx="199">
                  <c:v>4.2544728624800001</c:v>
                </c:pt>
                <c:pt idx="200">
                  <c:v>4.2545518386000003</c:v>
                </c:pt>
                <c:pt idx="201">
                  <c:v>4.2546365271299997</c:v>
                </c:pt>
                <c:pt idx="202">
                  <c:v>4.2547273412599997</c:v>
                </c:pt>
                <c:pt idx="203">
                  <c:v>4.2548247240799997</c:v>
                </c:pt>
                <c:pt idx="204">
                  <c:v>4.2549291506799998</c:v>
                </c:pt>
                <c:pt idx="205">
                  <c:v>4.2550411305700004</c:v>
                </c:pt>
                <c:pt idx="206">
                  <c:v>4.2551612100699998</c:v>
                </c:pt>
                <c:pt idx="207">
                  <c:v>4.2552899750300002</c:v>
                </c:pt>
                <c:pt idx="208">
                  <c:v>4.2554280537000002</c:v>
                </c:pt>
                <c:pt idx="209">
                  <c:v>4.2555761197199997</c:v>
                </c:pt>
                <c:pt idx="210">
                  <c:v>4.2557348955099998</c:v>
                </c:pt>
                <c:pt idx="211">
                  <c:v>4.2558832173000001</c:v>
                </c:pt>
                <c:pt idx="212">
                  <c:v>4.2560642057600004</c:v>
                </c:pt>
                <c:pt idx="213">
                  <c:v>4.2562332776999998</c:v>
                </c:pt>
                <c:pt idx="214">
                  <c:v>4.25643958637</c:v>
                </c:pt>
                <c:pt idx="215">
                  <c:v>4.2566608175500003</c:v>
                </c:pt>
                <c:pt idx="216">
                  <c:v>4.2568980506000003</c:v>
                </c:pt>
                <c:pt idx="217">
                  <c:v>4.2571524429399998</c:v>
                </c:pt>
                <c:pt idx="218">
                  <c:v>4.2574252357300004</c:v>
                </c:pt>
                <c:pt idx="219">
                  <c:v>4.2577177598900002</c:v>
                </c:pt>
                <c:pt idx="220">
                  <c:v>4.2580314426100001</c:v>
                </c:pt>
                <c:pt idx="221">
                  <c:v>4.2583678143099997</c:v>
                </c:pt>
                <c:pt idx="222">
                  <c:v>4.2587285161099997</c:v>
                </c:pt>
                <c:pt idx="223">
                  <c:v>4.2590654688300003</c:v>
                </c:pt>
                <c:pt idx="224">
                  <c:v>4.2594766326600002</c:v>
                </c:pt>
                <c:pt idx="225">
                  <c:v>4.2599175363699997</c:v>
                </c:pt>
                <c:pt idx="226">
                  <c:v>4.26039033108</c:v>
                </c:pt>
                <c:pt idx="227">
                  <c:v>4.2608973234900001</c:v>
                </c:pt>
                <c:pt idx="228">
                  <c:v>4.2613709348700004</c:v>
                </c:pt>
                <c:pt idx="229">
                  <c:v>4.2618743889699999</c:v>
                </c:pt>
                <c:pt idx="230">
                  <c:v>4.2624887247399998</c:v>
                </c:pt>
                <c:pt idx="231">
                  <c:v>4.2631474960200002</c:v>
                </c:pt>
                <c:pt idx="232">
                  <c:v>4.2638539168799996</c:v>
                </c:pt>
                <c:pt idx="233">
                  <c:v>4.2646114338399999</c:v>
                </c:pt>
                <c:pt idx="234">
                  <c:v>4.2653190749199998</c:v>
                </c:pt>
                <c:pt idx="235">
                  <c:v>4.2661825681999996</c:v>
                </c:pt>
                <c:pt idx="236">
                  <c:v>4.2671085187999998</c:v>
                </c:pt>
                <c:pt idx="237">
                  <c:v>4.2679735036200004</c:v>
                </c:pt>
                <c:pt idx="238">
                  <c:v>4.2688929919699996</c:v>
                </c:pt>
                <c:pt idx="239">
                  <c:v>4.27001499018</c:v>
                </c:pt>
                <c:pt idx="240">
                  <c:v>4.2710631145800004</c:v>
                </c:pt>
                <c:pt idx="241">
                  <c:v>4.2723420798799996</c:v>
                </c:pt>
                <c:pt idx="242">
                  <c:v>4.2735368364599999</c:v>
                </c:pt>
                <c:pt idx="243">
                  <c:v>4.2748068758100004</c:v>
                </c:pt>
                <c:pt idx="244">
                  <c:v>4.2759775652199998</c:v>
                </c:pt>
                <c:pt idx="245">
                  <c:v>4.2775920762900004</c:v>
                </c:pt>
                <c:pt idx="246">
                  <c:v>4.27911764024</c:v>
                </c:pt>
                <c:pt idx="247">
                  <c:v>4.2809791972699998</c:v>
                </c:pt>
                <c:pt idx="248">
                  <c:v>4.2827181869900004</c:v>
                </c:pt>
                <c:pt idx="249">
                  <c:v>4.2844512804299999</c:v>
                </c:pt>
                <c:pt idx="250">
                  <c:v>4.2865317971800003</c:v>
                </c:pt>
                <c:pt idx="251">
                  <c:v>4.2886206616200004</c:v>
                </c:pt>
                <c:pt idx="252">
                  <c:v>4.2908411474200001</c:v>
                </c:pt>
                <c:pt idx="253">
                  <c:v>4.2928554535699996</c:v>
                </c:pt>
                <c:pt idx="254">
                  <c:v>4.2953427777300002</c:v>
                </c:pt>
                <c:pt idx="255">
                  <c:v>4.2975991453800004</c:v>
                </c:pt>
                <c:pt idx="256">
                  <c:v>4.2999768423600004</c:v>
                </c:pt>
                <c:pt idx="257">
                  <c:v>4.3029128921300002</c:v>
                </c:pt>
                <c:pt idx="258">
                  <c:v>4.3060339452400003</c:v>
                </c:pt>
                <c:pt idx="259">
                  <c:v>4.3088651979600003</c:v>
                </c:pt>
                <c:pt idx="260">
                  <c:v>4.3113405291299998</c:v>
                </c:pt>
                <c:pt idx="261">
                  <c:v>4.3144571272999999</c:v>
                </c:pt>
                <c:pt idx="262">
                  <c:v>4.3183055938599999</c:v>
                </c:pt>
                <c:pt idx="263">
                  <c:v>4.32120209184</c:v>
                </c:pt>
                <c:pt idx="264">
                  <c:v>4.3254755651599996</c:v>
                </c:pt>
                <c:pt idx="265">
                  <c:v>4.3286919389099996</c:v>
                </c:pt>
                <c:pt idx="266">
                  <c:v>4.3327415564500003</c:v>
                </c:pt>
                <c:pt idx="267">
                  <c:v>4.3370089298799996</c:v>
                </c:pt>
                <c:pt idx="268">
                  <c:v>4.3415057683600002</c:v>
                </c:pt>
                <c:pt idx="269">
                  <c:v>4.3459016393400001</c:v>
                </c:pt>
                <c:pt idx="270">
                  <c:v>4.3503873502600001</c:v>
                </c:pt>
                <c:pt idx="271">
                  <c:v>4.3550655739200002</c:v>
                </c:pt>
                <c:pt idx="272">
                  <c:v>4.3601640549600003</c:v>
                </c:pt>
                <c:pt idx="273">
                  <c:v>4.3649279952200004</c:v>
                </c:pt>
                <c:pt idx="274">
                  <c:v>4.3699044703699998</c:v>
                </c:pt>
                <c:pt idx="275">
                  <c:v>4.3747367457699999</c:v>
                </c:pt>
                <c:pt idx="276">
                  <c:v>4.37483757609</c:v>
                </c:pt>
                <c:pt idx="277">
                  <c:v>4.3805333758499998</c:v>
                </c:pt>
                <c:pt idx="278">
                  <c:v>4.3861358630499998</c:v>
                </c:pt>
                <c:pt idx="279">
                  <c:v>4.3917850065300001</c:v>
                </c:pt>
                <c:pt idx="280">
                  <c:v>4.3974341499999996</c:v>
                </c:pt>
                <c:pt idx="281">
                  <c:v>4.4034722966900004</c:v>
                </c:pt>
                <c:pt idx="282">
                  <c:v>4.40880566392</c:v>
                </c:pt>
                <c:pt idx="283">
                  <c:v>4.4157396647800002</c:v>
                </c:pt>
                <c:pt idx="284">
                  <c:v>4.42150894253</c:v>
                </c:pt>
                <c:pt idx="285">
                  <c:v>4.4285044391400001</c:v>
                </c:pt>
                <c:pt idx="286">
                  <c:v>4.43525049444</c:v>
                </c:pt>
                <c:pt idx="287">
                  <c:v>4.4417130729799998</c:v>
                </c:pt>
                <c:pt idx="288">
                  <c:v>4.4490905659799997</c:v>
                </c:pt>
                <c:pt idx="289">
                  <c:v>4.4566178573100004</c:v>
                </c:pt>
                <c:pt idx="290">
                  <c:v>4.4641451486500001</c:v>
                </c:pt>
                <c:pt idx="291">
                  <c:v>4.4716724399799999</c:v>
                </c:pt>
                <c:pt idx="292">
                  <c:v>4.4791997313099996</c:v>
                </c:pt>
                <c:pt idx="293">
                  <c:v>4.4867270226500002</c:v>
                </c:pt>
                <c:pt idx="294">
                  <c:v>4.4938589584599997</c:v>
                </c:pt>
                <c:pt idx="295">
                  <c:v>4.5017816053099997</c:v>
                </c:pt>
                <c:pt idx="296">
                  <c:v>4.50819672131</c:v>
                </c:pt>
                <c:pt idx="297">
                  <c:v>4.5160661630499996</c:v>
                </c:pt>
                <c:pt idx="298">
                  <c:v>4.5245398782699997</c:v>
                </c:pt>
                <c:pt idx="299">
                  <c:v>4.53232953887</c:v>
                </c:pt>
                <c:pt idx="300">
                  <c:v>4.5414873087099998</c:v>
                </c:pt>
                <c:pt idx="301">
                  <c:v>4.5499063574000003</c:v>
                </c:pt>
                <c:pt idx="302">
                  <c:v>4.55843473914</c:v>
                </c:pt>
                <c:pt idx="303">
                  <c:v>4.56690845436</c:v>
                </c:pt>
                <c:pt idx="304">
                  <c:v>4.5769544692100004</c:v>
                </c:pt>
                <c:pt idx="305">
                  <c:v>4.5845818099800004</c:v>
                </c:pt>
                <c:pt idx="306">
                  <c:v>4.5943536505100004</c:v>
                </c:pt>
                <c:pt idx="307">
                  <c:v>4.6034010041900002</c:v>
                </c:pt>
                <c:pt idx="308">
                  <c:v>4.6121016021900001</c:v>
                </c:pt>
                <c:pt idx="309">
                  <c:v>4.6190165369700003</c:v>
                </c:pt>
                <c:pt idx="310">
                  <c:v>4.6290490326200002</c:v>
                </c:pt>
                <c:pt idx="311">
                  <c:v>4.6375227478400003</c:v>
                </c:pt>
                <c:pt idx="312">
                  <c:v>4.6488210348000001</c:v>
                </c:pt>
                <c:pt idx="313">
                  <c:v>4.6572947500200002</c:v>
                </c:pt>
                <c:pt idx="314">
                  <c:v>4.6673820146600002</c:v>
                </c:pt>
                <c:pt idx="315">
                  <c:v>4.67706675219</c:v>
                </c:pt>
                <c:pt idx="316">
                  <c:v>4.6883650391499998</c:v>
                </c:pt>
                <c:pt idx="317">
                  <c:v>4.6968387543699999</c:v>
                </c:pt>
                <c:pt idx="318">
                  <c:v>4.7065573770500002</c:v>
                </c:pt>
                <c:pt idx="319">
                  <c:v>4.7161969099099998</c:v>
                </c:pt>
                <c:pt idx="320">
                  <c:v>4.7250844717599998</c:v>
                </c:pt>
                <c:pt idx="321">
                  <c:v>4.7361547926999998</c:v>
                </c:pt>
                <c:pt idx="322">
                  <c:v>4.7448564739299997</c:v>
                </c:pt>
                <c:pt idx="323">
                  <c:v>4.7561547608900003</c:v>
                </c:pt>
                <c:pt idx="324">
                  <c:v>4.7652368019900004</c:v>
                </c:pt>
                <c:pt idx="325">
                  <c:v>4.77635942586</c:v>
                </c:pt>
                <c:pt idx="326">
                  <c:v>4.78722505002</c:v>
                </c:pt>
                <c:pt idx="327">
                  <c:v>4.7967213114799998</c:v>
                </c:pt>
                <c:pt idx="328">
                  <c:v>4.8093128042500002</c:v>
                </c:pt>
                <c:pt idx="329">
                  <c:v>4.8179278413300004</c:v>
                </c:pt>
                <c:pt idx="330">
                  <c:v>4.8290673696999997</c:v>
                </c:pt>
                <c:pt idx="331">
                  <c:v>4.8392063495100004</c:v>
                </c:pt>
                <c:pt idx="332">
                  <c:v>4.8495238968700001</c:v>
                </c:pt>
                <c:pt idx="333">
                  <c:v>4.8600231567299996</c:v>
                </c:pt>
                <c:pt idx="334">
                  <c:v>4.8706188806700004</c:v>
                </c:pt>
                <c:pt idx="335">
                  <c:v>4.8815796715399999</c:v>
                </c:pt>
                <c:pt idx="336">
                  <c:v>4.8926434972199999</c:v>
                </c:pt>
                <c:pt idx="337">
                  <c:v>4.9039021788200001</c:v>
                </c:pt>
                <c:pt idx="338">
                  <c:v>4.9153591481600003</c:v>
                </c:pt>
                <c:pt idx="339">
                  <c:v>4.9233099200000003</c:v>
                </c:pt>
                <c:pt idx="340">
                  <c:v>4.9369273521999997</c:v>
                </c:pt>
                <c:pt idx="341">
                  <c:v>4.9458917939999996</c:v>
                </c:pt>
                <c:pt idx="342">
                  <c:v>4.9590163934399998</c:v>
                </c:pt>
                <c:pt idx="343">
                  <c:v>4.9694644122699998</c:v>
                </c:pt>
                <c:pt idx="344">
                  <c:v>4.97929592829</c:v>
                </c:pt>
                <c:pt idx="345">
                  <c:v>4.9910555420099998</c:v>
                </c:pt>
                <c:pt idx="346">
                  <c:v>5.0018925022099996</c:v>
                </c:pt>
                <c:pt idx="347">
                  <c:v>5.0136374160099999</c:v>
                </c:pt>
                <c:pt idx="348">
                  <c:v>5.0273136478599998</c:v>
                </c:pt>
                <c:pt idx="349">
                  <c:v>5.0357873630799999</c:v>
                </c:pt>
                <c:pt idx="350">
                  <c:v>5.0485453365300001</c:v>
                </c:pt>
                <c:pt idx="351">
                  <c:v>5.0588011640100001</c:v>
                </c:pt>
                <c:pt idx="352">
                  <c:v>5.0696822239500001</c:v>
                </c:pt>
                <c:pt idx="353">
                  <c:v>5.0838050826499996</c:v>
                </c:pt>
                <c:pt idx="354">
                  <c:v>5.0951033696000003</c:v>
                </c:pt>
                <c:pt idx="355">
                  <c:v>5.1039649120100004</c:v>
                </c:pt>
                <c:pt idx="356">
                  <c:v>5.1176999435199999</c:v>
                </c:pt>
                <c:pt idx="357">
                  <c:v>5.1286853095699998</c:v>
                </c:pt>
                <c:pt idx="358">
                  <c:v>5.1402965174300004</c:v>
                </c:pt>
                <c:pt idx="359">
                  <c:v>5.1515948043900002</c:v>
                </c:pt>
                <c:pt idx="360">
                  <c:v>5.16289309134</c:v>
                </c:pt>
                <c:pt idx="361">
                  <c:v>5.17540983607</c:v>
                </c:pt>
                <c:pt idx="362">
                  <c:v>5.1867651166800002</c:v>
                </c:pt>
                <c:pt idx="363">
                  <c:v>5.19961252396</c:v>
                </c:pt>
                <c:pt idx="364">
                  <c:v>5.2109108109099997</c:v>
                </c:pt>
                <c:pt idx="365">
                  <c:v>5.2222090978700004</c:v>
                </c:pt>
                <c:pt idx="366">
                  <c:v>5.2335073848300002</c:v>
                </c:pt>
                <c:pt idx="367">
                  <c:v>5.2469834473499999</c:v>
                </c:pt>
                <c:pt idx="368">
                  <c:v>5.2589285304800004</c:v>
                </c:pt>
                <c:pt idx="369">
                  <c:v>5.2687125460099997</c:v>
                </c:pt>
                <c:pt idx="370">
                  <c:v>5.28152510439</c:v>
                </c:pt>
                <c:pt idx="371">
                  <c:v>5.2928233913499998</c:v>
                </c:pt>
                <c:pt idx="372">
                  <c:v>5.3047914916299996</c:v>
                </c:pt>
                <c:pt idx="373">
                  <c:v>5.318244537</c:v>
                </c:pt>
                <c:pt idx="374">
                  <c:v>5.3297836520199997</c:v>
                </c:pt>
                <c:pt idx="375">
                  <c:v>5.3421524719800004</c:v>
                </c:pt>
                <c:pt idx="376">
                  <c:v>5.3523655260199998</c:v>
                </c:pt>
                <c:pt idx="377">
                  <c:v>5.3662622565699998</c:v>
                </c:pt>
                <c:pt idx="378">
                  <c:v>5.3775605435299996</c:v>
                </c:pt>
                <c:pt idx="379">
                  <c:v>5.39752927403</c:v>
                </c:pt>
                <c:pt idx="380">
                  <c:v>5.4276384393599999</c:v>
                </c:pt>
                <c:pt idx="381">
                  <c:v>5.4518833944400003</c:v>
                </c:pt>
                <c:pt idx="382">
                  <c:v>5.4803294786999999</c:v>
                </c:pt>
                <c:pt idx="383">
                  <c:v>5.5029113527</c:v>
                </c:pt>
                <c:pt idx="384">
                  <c:v>5.5330205180299998</c:v>
                </c:pt>
                <c:pt idx="385">
                  <c:v>5.56120701632</c:v>
                </c:pt>
                <c:pt idx="386">
                  <c:v>5.5901639344299996</c:v>
                </c:pt>
                <c:pt idx="387">
                  <c:v>5.6158207226999997</c:v>
                </c:pt>
                <c:pt idx="388">
                  <c:v>5.6436144025899999</c:v>
                </c:pt>
                <c:pt idx="389">
                  <c:v>5.6685117620399996</c:v>
                </c:pt>
                <c:pt idx="390">
                  <c:v>5.6983606557400002</c:v>
                </c:pt>
                <c:pt idx="391">
                  <c:v>5.7287300927100002</c:v>
                </c:pt>
                <c:pt idx="392">
                  <c:v>5.7524590163899996</c:v>
                </c:pt>
                <c:pt idx="393">
                  <c:v>5.7837279134299999</c:v>
                </c:pt>
                <c:pt idx="394">
                  <c:v>5.81153029738</c:v>
                </c:pt>
                <c:pt idx="395">
                  <c:v>5.84262295082</c:v>
                </c:pt>
                <c:pt idx="396">
                  <c:v>5.8785980302800001</c:v>
                </c:pt>
                <c:pt idx="397">
                  <c:v>5.9018577933799996</c:v>
                </c:pt>
                <c:pt idx="398">
                  <c:v>5.9327868852499996</c:v>
                </c:pt>
                <c:pt idx="399">
                  <c:v>5.9676314739</c:v>
                </c:pt>
                <c:pt idx="400">
                  <c:v>5.9978228275200003</c:v>
                </c:pt>
                <c:pt idx="401">
                  <c:v>6.0229508196700001</c:v>
                </c:pt>
                <c:pt idx="402">
                  <c:v>6.0590163934400003</c:v>
                </c:pt>
                <c:pt idx="403">
                  <c:v>6.0900400767300003</c:v>
                </c:pt>
                <c:pt idx="404">
                  <c:v>6.1201492420600001</c:v>
                </c:pt>
                <c:pt idx="405">
                  <c:v>6.1491803278699999</c:v>
                </c:pt>
                <c:pt idx="406">
                  <c:v>6.1803675727299998</c:v>
                </c:pt>
                <c:pt idx="407">
                  <c:v>6.2104767380699997</c:v>
                </c:pt>
                <c:pt idx="408">
                  <c:v>6.2418695333100001</c:v>
                </c:pt>
                <c:pt idx="409">
                  <c:v>6.2768907635</c:v>
                </c:pt>
                <c:pt idx="410">
                  <c:v>6.3083315253999999</c:v>
                </c:pt>
                <c:pt idx="411">
                  <c:v>6.3384406907399997</c:v>
                </c:pt>
                <c:pt idx="412">
                  <c:v>6.3685498560699996</c:v>
                </c:pt>
                <c:pt idx="413">
                  <c:v>6.4043940768200001</c:v>
                </c:pt>
                <c:pt idx="414">
                  <c:v>6.4362954780799999</c:v>
                </c:pt>
                <c:pt idx="415">
                  <c:v>6.4664046434099998</c:v>
                </c:pt>
                <c:pt idx="416">
                  <c:v>6.5003577763399996</c:v>
                </c:pt>
                <c:pt idx="417">
                  <c:v>6.5341502654200001</c:v>
                </c:pt>
                <c:pt idx="418">
                  <c:v>6.56425943075</c:v>
                </c:pt>
                <c:pt idx="419">
                  <c:v>6.6</c:v>
                </c:pt>
                <c:pt idx="420">
                  <c:v>6.6320050527500003</c:v>
                </c:pt>
                <c:pt idx="421">
                  <c:v>6.6628838083400002</c:v>
                </c:pt>
                <c:pt idx="422">
                  <c:v>6.6997506747599997</c:v>
                </c:pt>
                <c:pt idx="423">
                  <c:v>6.7268174510699996</c:v>
                </c:pt>
                <c:pt idx="424">
                  <c:v>6.7622950819699996</c:v>
                </c:pt>
                <c:pt idx="425">
                  <c:v>6.7976054620999999</c:v>
                </c:pt>
                <c:pt idx="426">
                  <c:v>6.83442622951</c:v>
                </c:pt>
                <c:pt idx="427">
                  <c:v>6.8653510841000003</c:v>
                </c:pt>
                <c:pt idx="428">
                  <c:v>6.8954602494300001</c:v>
                </c:pt>
                <c:pt idx="429">
                  <c:v>6.92897809872</c:v>
                </c:pt>
                <c:pt idx="430">
                  <c:v>6.9632058714399996</c:v>
                </c:pt>
                <c:pt idx="431">
                  <c:v>6.9999722757700003</c:v>
                </c:pt>
              </c:numCache>
            </c:numRef>
          </c:xVal>
          <c:yVal>
            <c:numRef>
              <c:f>'Chart Data'!$F$2:$F$433</c:f>
              <c:numCache>
                <c:formatCode>#,##0</c:formatCode>
                <c:ptCount val="432"/>
                <c:pt idx="0">
                  <c:v>0</c:v>
                </c:pt>
                <c:pt idx="1">
                  <c:v>1.46744313945E-2</c:v>
                </c:pt>
                <c:pt idx="2">
                  <c:v>2.00005881461E-2</c:v>
                </c:pt>
                <c:pt idx="3">
                  <c:v>2.72559295115E-2</c:v>
                </c:pt>
                <c:pt idx="4">
                  <c:v>3.399613185E-2</c:v>
                </c:pt>
                <c:pt idx="5">
                  <c:v>4.6314155834400003E-2</c:v>
                </c:pt>
                <c:pt idx="6">
                  <c:v>6.30814726164E-2</c:v>
                </c:pt>
                <c:pt idx="7">
                  <c:v>8.9767923359899998E-2</c:v>
                </c:pt>
                <c:pt idx="8">
                  <c:v>0.11189134596399999</c:v>
                </c:pt>
                <c:pt idx="9">
                  <c:v>0.13944267996699999</c:v>
                </c:pt>
                <c:pt idx="10">
                  <c:v>0.18155234254200001</c:v>
                </c:pt>
                <c:pt idx="11">
                  <c:v>0.236302596107</c:v>
                </c:pt>
                <c:pt idx="12">
                  <c:v>0.307451125208</c:v>
                </c:pt>
                <c:pt idx="13">
                  <c:v>0.399854888322</c:v>
                </c:pt>
                <c:pt idx="14">
                  <c:v>0.51978314566999995</c:v>
                </c:pt>
                <c:pt idx="15">
                  <c:v>0.67531552337699996</c:v>
                </c:pt>
                <c:pt idx="16">
                  <c:v>0.91579374278799996</c:v>
                </c:pt>
                <c:pt idx="17">
                  <c:v>1.2955799428400001</c:v>
                </c:pt>
                <c:pt idx="18">
                  <c:v>1.7529193115299999</c:v>
                </c:pt>
                <c:pt idx="19">
                  <c:v>2.3685120506300001</c:v>
                </c:pt>
                <c:pt idx="20">
                  <c:v>3.3344757556100002</c:v>
                </c:pt>
                <c:pt idx="21">
                  <c:v>4.6831020292499996</c:v>
                </c:pt>
                <c:pt idx="22">
                  <c:v>5.7824443744899998</c:v>
                </c:pt>
                <c:pt idx="23">
                  <c:v>7.4352603417600003</c:v>
                </c:pt>
                <c:pt idx="24">
                  <c:v>9.5414396402200001</c:v>
                </c:pt>
                <c:pt idx="25">
                  <c:v>12.7787107709</c:v>
                </c:pt>
                <c:pt idx="26">
                  <c:v>16.247537880599999</c:v>
                </c:pt>
                <c:pt idx="27">
                  <c:v>19.870358833499999</c:v>
                </c:pt>
                <c:pt idx="28">
                  <c:v>26.2398553148</c:v>
                </c:pt>
                <c:pt idx="29">
                  <c:v>33.172508616899997</c:v>
                </c:pt>
                <c:pt idx="30">
                  <c:v>40.207129316100001</c:v>
                </c:pt>
                <c:pt idx="31">
                  <c:v>50.441206397499997</c:v>
                </c:pt>
                <c:pt idx="32">
                  <c:v>62.976401042500001</c:v>
                </c:pt>
                <c:pt idx="33">
                  <c:v>75.467941732200003</c:v>
                </c:pt>
                <c:pt idx="34">
                  <c:v>83.965227340599995</c:v>
                </c:pt>
                <c:pt idx="35">
                  <c:v>103.471507944</c:v>
                </c:pt>
                <c:pt idx="36">
                  <c:v>130.960459507</c:v>
                </c:pt>
                <c:pt idx="37">
                  <c:v>149.207241235</c:v>
                </c:pt>
                <c:pt idx="38">
                  <c:v>180.35854708599999</c:v>
                </c:pt>
                <c:pt idx="39">
                  <c:v>210.01086870099999</c:v>
                </c:pt>
                <c:pt idx="40">
                  <c:v>250.27557239000001</c:v>
                </c:pt>
                <c:pt idx="41">
                  <c:v>287.867356632</c:v>
                </c:pt>
                <c:pt idx="42">
                  <c:v>329.19200045299999</c:v>
                </c:pt>
                <c:pt idx="43">
                  <c:v>364.93717081800003</c:v>
                </c:pt>
                <c:pt idx="44">
                  <c:v>412.91984769099997</c:v>
                </c:pt>
                <c:pt idx="45">
                  <c:v>443.42198776100003</c:v>
                </c:pt>
                <c:pt idx="46">
                  <c:v>486.007371552</c:v>
                </c:pt>
                <c:pt idx="47">
                  <c:v>520.78879422199998</c:v>
                </c:pt>
                <c:pt idx="48">
                  <c:v>562.36828830599995</c:v>
                </c:pt>
                <c:pt idx="49">
                  <c:v>609.44411553500004</c:v>
                </c:pt>
                <c:pt idx="50">
                  <c:v>653.90060193399995</c:v>
                </c:pt>
                <c:pt idx="51">
                  <c:v>700.76608358999999</c:v>
                </c:pt>
                <c:pt idx="52">
                  <c:v>752.32960060699997</c:v>
                </c:pt>
                <c:pt idx="53">
                  <c:v>792.02240208900002</c:v>
                </c:pt>
                <c:pt idx="54">
                  <c:v>835.75523391599995</c:v>
                </c:pt>
                <c:pt idx="55">
                  <c:v>870.58693481</c:v>
                </c:pt>
                <c:pt idx="56">
                  <c:v>910.11082849900004</c:v>
                </c:pt>
                <c:pt idx="57">
                  <c:v>949.01213287999997</c:v>
                </c:pt>
                <c:pt idx="58">
                  <c:v>988.20261251900001</c:v>
                </c:pt>
                <c:pt idx="59">
                  <c:v>1025.2705509299999</c:v>
                </c:pt>
                <c:pt idx="60">
                  <c:v>1051.3437262699999</c:v>
                </c:pt>
                <c:pt idx="61">
                  <c:v>1080.1279280900001</c:v>
                </c:pt>
                <c:pt idx="62">
                  <c:v>1111.6941463000001</c:v>
                </c:pt>
                <c:pt idx="63">
                  <c:v>1142.3474198700001</c:v>
                </c:pt>
                <c:pt idx="64">
                  <c:v>1168.29818404</c:v>
                </c:pt>
                <c:pt idx="65">
                  <c:v>1189.68784069</c:v>
                </c:pt>
                <c:pt idx="66">
                  <c:v>1210.2819360799999</c:v>
                </c:pt>
                <c:pt idx="67">
                  <c:v>1228.4189414800001</c:v>
                </c:pt>
                <c:pt idx="68">
                  <c:v>1246.32410555</c:v>
                </c:pt>
                <c:pt idx="69">
                  <c:v>1261.49799788</c:v>
                </c:pt>
                <c:pt idx="70">
                  <c:v>1280.1593774600001</c:v>
                </c:pt>
                <c:pt idx="71">
                  <c:v>1293.6864265500001</c:v>
                </c:pt>
                <c:pt idx="72">
                  <c:v>1307.3967969299999</c:v>
                </c:pt>
                <c:pt idx="73">
                  <c:v>1320.2392032</c:v>
                </c:pt>
                <c:pt idx="74">
                  <c:v>1333.00243034</c:v>
                </c:pt>
                <c:pt idx="75">
                  <c:v>1344.49920683</c:v>
                </c:pt>
                <c:pt idx="76">
                  <c:v>1352.2901341700001</c:v>
                </c:pt>
                <c:pt idx="77">
                  <c:v>1359.4294103300001</c:v>
                </c:pt>
                <c:pt idx="78">
                  <c:v>1368.02141884</c:v>
                </c:pt>
                <c:pt idx="79">
                  <c:v>1374.1593208500001</c:v>
                </c:pt>
                <c:pt idx="80">
                  <c:v>1381.4796233</c:v>
                </c:pt>
                <c:pt idx="81">
                  <c:v>1386.9867317600001</c:v>
                </c:pt>
                <c:pt idx="82">
                  <c:v>1391.38622433</c:v>
                </c:pt>
                <c:pt idx="83">
                  <c:v>1395.6134324699999</c:v>
                </c:pt>
                <c:pt idx="84">
                  <c:v>1399.46966608</c:v>
                </c:pt>
                <c:pt idx="85">
                  <c:v>1403.77407733</c:v>
                </c:pt>
                <c:pt idx="86">
                  <c:v>1407.27153314</c:v>
                </c:pt>
                <c:pt idx="87">
                  <c:v>1409.9956383900001</c:v>
                </c:pt>
                <c:pt idx="88">
                  <c:v>1412.1313015000001</c:v>
                </c:pt>
                <c:pt idx="89">
                  <c:v>1414.15916135</c:v>
                </c:pt>
                <c:pt idx="90">
                  <c:v>1415.9498439900001</c:v>
                </c:pt>
                <c:pt idx="91">
                  <c:v>1417.81585655</c:v>
                </c:pt>
                <c:pt idx="92">
                  <c:v>1419.3791784299999</c:v>
                </c:pt>
                <c:pt idx="93">
                  <c:v>1420.63155566</c:v>
                </c:pt>
                <c:pt idx="94">
                  <c:v>1421.54356377</c:v>
                </c:pt>
                <c:pt idx="95">
                  <c:v>1422.39615269</c:v>
                </c:pt>
                <c:pt idx="96">
                  <c:v>1423.2650308699999</c:v>
                </c:pt>
                <c:pt idx="97">
                  <c:v>1423.87237054</c:v>
                </c:pt>
                <c:pt idx="98">
                  <c:v>1424.3335783299999</c:v>
                </c:pt>
                <c:pt idx="99">
                  <c:v>1424.66358734</c:v>
                </c:pt>
                <c:pt idx="100">
                  <c:v>1424.86959181</c:v>
                </c:pt>
                <c:pt idx="101">
                  <c:v>1424.9694380599999</c:v>
                </c:pt>
                <c:pt idx="102">
                  <c:v>1425</c:v>
                </c:pt>
                <c:pt idx="103">
                  <c:v>1424.9999661899999</c:v>
                </c:pt>
                <c:pt idx="104">
                  <c:v>1424.96226903</c:v>
                </c:pt>
                <c:pt idx="105">
                  <c:v>1424.81434012</c:v>
                </c:pt>
                <c:pt idx="106">
                  <c:v>1424.6120479599999</c:v>
                </c:pt>
                <c:pt idx="107">
                  <c:v>1424.3071334599999</c:v>
                </c:pt>
                <c:pt idx="108">
                  <c:v>1424.0240908599999</c:v>
                </c:pt>
                <c:pt idx="109">
                  <c:v>1423.5516387299999</c:v>
                </c:pt>
                <c:pt idx="110">
                  <c:v>1423.1910155400001</c:v>
                </c:pt>
                <c:pt idx="111">
                  <c:v>1422.7494502100001</c:v>
                </c:pt>
                <c:pt idx="112">
                  <c:v>1422.1452447500001</c:v>
                </c:pt>
                <c:pt idx="113">
                  <c:v>1421.6076835700001</c:v>
                </c:pt>
                <c:pt idx="114">
                  <c:v>1421.0000884000001</c:v>
                </c:pt>
                <c:pt idx="115">
                  <c:v>1420.49933506</c:v>
                </c:pt>
                <c:pt idx="116">
                  <c:v>1419.71993301</c:v>
                </c:pt>
                <c:pt idx="117">
                  <c:v>1419.1776134900001</c:v>
                </c:pt>
                <c:pt idx="118">
                  <c:v>1418.62462351</c:v>
                </c:pt>
                <c:pt idx="119">
                  <c:v>1417.87207487</c:v>
                </c:pt>
                <c:pt idx="120">
                  <c:v>1417.19173862</c:v>
                </c:pt>
                <c:pt idx="121">
                  <c:v>1416.4865580400001</c:v>
                </c:pt>
                <c:pt idx="122">
                  <c:v>1415.72759778</c:v>
                </c:pt>
                <c:pt idx="123">
                  <c:v>1414.8712046099999</c:v>
                </c:pt>
                <c:pt idx="124">
                  <c:v>1414.1590793</c:v>
                </c:pt>
                <c:pt idx="125">
                  <c:v>1413.3954809899999</c:v>
                </c:pt>
                <c:pt idx="126">
                  <c:v>1412.5819187100001</c:v>
                </c:pt>
                <c:pt idx="127">
                  <c:v>1411.9424834700001</c:v>
                </c:pt>
                <c:pt idx="128">
                  <c:v>1410.97553655</c:v>
                </c:pt>
                <c:pt idx="129">
                  <c:v>1410.3613393600001</c:v>
                </c:pt>
                <c:pt idx="130">
                  <c:v>1409.63133303</c:v>
                </c:pt>
                <c:pt idx="131">
                  <c:v>1408.81391622</c:v>
                </c:pt>
                <c:pt idx="132">
                  <c:v>1408.0298965300001</c:v>
                </c:pt>
                <c:pt idx="133">
                  <c:v>1407.25185392</c:v>
                </c:pt>
                <c:pt idx="134">
                  <c:v>1406.3715982900001</c:v>
                </c:pt>
                <c:pt idx="135">
                  <c:v>1405.4809868299999</c:v>
                </c:pt>
                <c:pt idx="136">
                  <c:v>1404.7021888700001</c:v>
                </c:pt>
                <c:pt idx="137">
                  <c:v>1403.8976552500001</c:v>
                </c:pt>
                <c:pt idx="138">
                  <c:v>1403.02435197</c:v>
                </c:pt>
                <c:pt idx="139">
                  <c:v>1402.3077605599999</c:v>
                </c:pt>
                <c:pt idx="140">
                  <c:v>1401.3402254600001</c:v>
                </c:pt>
                <c:pt idx="141">
                  <c:v>1400.51330188</c:v>
                </c:pt>
                <c:pt idx="142">
                  <c:v>1399.65151227</c:v>
                </c:pt>
                <c:pt idx="143">
                  <c:v>1398.71444221</c:v>
                </c:pt>
                <c:pt idx="144">
                  <c:v>1397.7272822100001</c:v>
                </c:pt>
                <c:pt idx="145">
                  <c:v>1396.91263387</c:v>
                </c:pt>
                <c:pt idx="146">
                  <c:v>1396.0652676300001</c:v>
                </c:pt>
                <c:pt idx="147">
                  <c:v>1395.1090167100001</c:v>
                </c:pt>
                <c:pt idx="148">
                  <c:v>1394.23092331</c:v>
                </c:pt>
                <c:pt idx="149">
                  <c:v>1393.50501057</c:v>
                </c:pt>
                <c:pt idx="150">
                  <c:v>1392.5348833600001</c:v>
                </c:pt>
                <c:pt idx="151">
                  <c:v>1391.89938631</c:v>
                </c:pt>
                <c:pt idx="152">
                  <c:v>1391.8992326800001</c:v>
                </c:pt>
                <c:pt idx="153">
                  <c:v>1391.89906006</c:v>
                </c:pt>
                <c:pt idx="154">
                  <c:v>1391.8988658999999</c:v>
                </c:pt>
                <c:pt idx="155">
                  <c:v>1391.8986472700001</c:v>
                </c:pt>
                <c:pt idx="156">
                  <c:v>1391.89840084</c:v>
                </c:pt>
                <c:pt idx="157">
                  <c:v>1391.89812282</c:v>
                </c:pt>
                <c:pt idx="158">
                  <c:v>1391.89780885</c:v>
                </c:pt>
                <c:pt idx="159">
                  <c:v>1391.8974539599999</c:v>
                </c:pt>
                <c:pt idx="160">
                  <c:v>1391.89705245</c:v>
                </c:pt>
                <c:pt idx="161">
                  <c:v>1391.89659783</c:v>
                </c:pt>
                <c:pt idx="162">
                  <c:v>1391.8960826299999</c:v>
                </c:pt>
                <c:pt idx="163">
                  <c:v>1391.89549833</c:v>
                </c:pt>
                <c:pt idx="164">
                  <c:v>1391.8948351700001</c:v>
                </c:pt>
                <c:pt idx="165">
                  <c:v>1391.8940819500001</c:v>
                </c:pt>
                <c:pt idx="166">
                  <c:v>1391.8932258499999</c:v>
                </c:pt>
                <c:pt idx="167">
                  <c:v>1391.89225218</c:v>
                </c:pt>
                <c:pt idx="168">
                  <c:v>1391.8911441099999</c:v>
                </c:pt>
                <c:pt idx="169">
                  <c:v>1391.8898823300001</c:v>
                </c:pt>
                <c:pt idx="170">
                  <c:v>1391.8884446899999</c:v>
                </c:pt>
                <c:pt idx="171">
                  <c:v>1391.8868058099999</c:v>
                </c:pt>
                <c:pt idx="172">
                  <c:v>1391.8849365799999</c:v>
                </c:pt>
                <c:pt idx="173">
                  <c:v>1391.8828035700001</c:v>
                </c:pt>
                <c:pt idx="174">
                  <c:v>1391.8803684699999</c:v>
                </c:pt>
                <c:pt idx="175">
                  <c:v>1391.87758727</c:v>
                </c:pt>
                <c:pt idx="176">
                  <c:v>1391.8744095100001</c:v>
                </c:pt>
                <c:pt idx="177">
                  <c:v>1391.8707772499999</c:v>
                </c:pt>
                <c:pt idx="178">
                  <c:v>1391.86662396</c:v>
                </c:pt>
                <c:pt idx="179">
                  <c:v>1391.86187331</c:v>
                </c:pt>
                <c:pt idx="180">
                  <c:v>1391.85643764</c:v>
                </c:pt>
                <c:pt idx="181">
                  <c:v>1391.85021631</c:v>
                </c:pt>
                <c:pt idx="182">
                  <c:v>1391.8430937400001</c:v>
                </c:pt>
                <c:pt idx="183">
                  <c:v>1391.83493724</c:v>
                </c:pt>
                <c:pt idx="184">
                  <c:v>1391.82559442</c:v>
                </c:pt>
                <c:pt idx="185">
                  <c:v>1391.8148902400001</c:v>
                </c:pt>
                <c:pt idx="186">
                  <c:v>1391.8026237199999</c:v>
                </c:pt>
                <c:pt idx="187">
                  <c:v>1391.7885639799999</c:v>
                </c:pt>
                <c:pt idx="188">
                  <c:v>1391.7724458800001</c:v>
                </c:pt>
                <c:pt idx="189">
                  <c:v>1391.7539648500001</c:v>
                </c:pt>
                <c:pt idx="190">
                  <c:v>1391.73277106</c:v>
                </c:pt>
                <c:pt idx="191">
                  <c:v>1391.7084626999999</c:v>
                </c:pt>
                <c:pt idx="192">
                  <c:v>1391.68057821</c:v>
                </c:pt>
                <c:pt idx="193">
                  <c:v>1391.64858742</c:v>
                </c:pt>
                <c:pt idx="194">
                  <c:v>1391.6118813800001</c:v>
                </c:pt>
                <c:pt idx="195">
                  <c:v>1391.5697605800001</c:v>
                </c:pt>
                <c:pt idx="196">
                  <c:v>1391.52142159</c:v>
                </c:pt>
                <c:pt idx="197">
                  <c:v>1391.4659415399999</c:v>
                </c:pt>
                <c:pt idx="198">
                  <c:v>1391.4022604899999</c:v>
                </c:pt>
                <c:pt idx="199">
                  <c:v>1391.3291610399999</c:v>
                </c:pt>
                <c:pt idx="200">
                  <c:v>1391.2452450000001</c:v>
                </c:pt>
                <c:pt idx="201">
                  <c:v>1391.14890666</c:v>
                </c:pt>
                <c:pt idx="202">
                  <c:v>1391.03830204</c:v>
                </c:pt>
                <c:pt idx="203">
                  <c:v>1390.91131367</c:v>
                </c:pt>
                <c:pt idx="204">
                  <c:v>1390.76551023</c:v>
                </c:pt>
                <c:pt idx="205">
                  <c:v>1390.5981001800001</c:v>
                </c:pt>
                <c:pt idx="206">
                  <c:v>1390.40587876</c:v>
                </c:pt>
                <c:pt idx="207">
                  <c:v>1390.18516709</c:v>
                </c:pt>
                <c:pt idx="208">
                  <c:v>1389.93174256</c:v>
                </c:pt>
                <c:pt idx="209">
                  <c:v>1389.64075901</c:v>
                </c:pt>
                <c:pt idx="210">
                  <c:v>1389.3066554</c:v>
                </c:pt>
                <c:pt idx="211">
                  <c:v>1388.97394932</c:v>
                </c:pt>
                <c:pt idx="212">
                  <c:v>1388.54106355</c:v>
                </c:pt>
                <c:pt idx="213">
                  <c:v>1388.1100162499999</c:v>
                </c:pt>
                <c:pt idx="214">
                  <c:v>1387.54922315</c:v>
                </c:pt>
                <c:pt idx="215">
                  <c:v>1386.9054543300001</c:v>
                </c:pt>
                <c:pt idx="216">
                  <c:v>1386.1664838900001</c:v>
                </c:pt>
                <c:pt idx="217">
                  <c:v>1385.3183014799999</c:v>
                </c:pt>
                <c:pt idx="218">
                  <c:v>1384.3448566100001</c:v>
                </c:pt>
                <c:pt idx="219">
                  <c:v>1383.2277674699999</c:v>
                </c:pt>
                <c:pt idx="220">
                  <c:v>1381.94598982</c:v>
                </c:pt>
                <c:pt idx="221">
                  <c:v>1380.47544096</c:v>
                </c:pt>
                <c:pt idx="222">
                  <c:v>1378.7885731199999</c:v>
                </c:pt>
                <c:pt idx="223">
                  <c:v>1377.1104617000001</c:v>
                </c:pt>
                <c:pt idx="224">
                  <c:v>1374.92958565</c:v>
                </c:pt>
                <c:pt idx="225">
                  <c:v>1372.4292427800001</c:v>
                </c:pt>
                <c:pt idx="226">
                  <c:v>1369.56329306</c:v>
                </c:pt>
                <c:pt idx="227">
                  <c:v>1366.27911438</c:v>
                </c:pt>
                <c:pt idx="228">
                  <c:v>1363.0154376099999</c:v>
                </c:pt>
                <c:pt idx="229">
                  <c:v>1359.34042213</c:v>
                </c:pt>
                <c:pt idx="230">
                  <c:v>1354.5713463699999</c:v>
                </c:pt>
                <c:pt idx="231">
                  <c:v>1349.11308291</c:v>
                </c:pt>
                <c:pt idx="232">
                  <c:v>1342.86867654</c:v>
                </c:pt>
                <c:pt idx="233">
                  <c:v>1335.72826257</c:v>
                </c:pt>
                <c:pt idx="234">
                  <c:v>1328.6480731900001</c:v>
                </c:pt>
                <c:pt idx="235">
                  <c:v>1319.48007805</c:v>
                </c:pt>
                <c:pt idx="236">
                  <c:v>1309.0141313900001</c:v>
                </c:pt>
                <c:pt idx="237">
                  <c:v>1298.6545096</c:v>
                </c:pt>
                <c:pt idx="238">
                  <c:v>1287.03674299</c:v>
                </c:pt>
                <c:pt idx="239">
                  <c:v>1272.0333223600001</c:v>
                </c:pt>
                <c:pt idx="240">
                  <c:v>1257.2161541400001</c:v>
                </c:pt>
                <c:pt idx="241">
                  <c:v>1238.1159425200001</c:v>
                </c:pt>
                <c:pt idx="242">
                  <c:v>1219.2909849099999</c:v>
                </c:pt>
                <c:pt idx="243">
                  <c:v>1198.2741184199999</c:v>
                </c:pt>
                <c:pt idx="244">
                  <c:v>1178.0146735000001</c:v>
                </c:pt>
                <c:pt idx="245">
                  <c:v>1148.73534976</c:v>
                </c:pt>
                <c:pt idx="246">
                  <c:v>1119.7069302100001</c:v>
                </c:pt>
                <c:pt idx="247">
                  <c:v>1082.5926176800001</c:v>
                </c:pt>
                <c:pt idx="248">
                  <c:v>1046.34488534</c:v>
                </c:pt>
                <c:pt idx="249">
                  <c:v>1008.80955296</c:v>
                </c:pt>
                <c:pt idx="250">
                  <c:v>962.03596686100002</c:v>
                </c:pt>
                <c:pt idx="251">
                  <c:v>913.36556317099996</c:v>
                </c:pt>
                <c:pt idx="252">
                  <c:v>859.95652412499999</c:v>
                </c:pt>
                <c:pt idx="253">
                  <c:v>810.19869874699998</c:v>
                </c:pt>
                <c:pt idx="254">
                  <c:v>747.29396034599995</c:v>
                </c:pt>
                <c:pt idx="255">
                  <c:v>689.07619360900003</c:v>
                </c:pt>
                <c:pt idx="256">
                  <c:v>626.80285753199996</c:v>
                </c:pt>
                <c:pt idx="257">
                  <c:v>548.98703493300002</c:v>
                </c:pt>
                <c:pt idx="258">
                  <c:v>465.67338377900001</c:v>
                </c:pt>
                <c:pt idx="259">
                  <c:v>390.041766145</c:v>
                </c:pt>
                <c:pt idx="260">
                  <c:v>324.21766222799999</c:v>
                </c:pt>
                <c:pt idx="261">
                  <c:v>242.175981982</c:v>
                </c:pt>
                <c:pt idx="262">
                  <c:v>142.87360449400001</c:v>
                </c:pt>
                <c:pt idx="263">
                  <c:v>70.117051786199994</c:v>
                </c:pt>
                <c:pt idx="264">
                  <c:v>-33.268391891999997</c:v>
                </c:pt>
                <c:pt idx="265">
                  <c:v>-107.387082939</c:v>
                </c:pt>
                <c:pt idx="266">
                  <c:v>-195.48225489000001</c:v>
                </c:pt>
                <c:pt idx="267">
                  <c:v>-281.253017086</c:v>
                </c:pt>
                <c:pt idx="268">
                  <c:v>-362.99046377500002</c:v>
                </c:pt>
                <c:pt idx="269">
                  <c:v>-433.646976956</c:v>
                </c:pt>
                <c:pt idx="270">
                  <c:v>-495.78983661400002</c:v>
                </c:pt>
                <c:pt idx="271">
                  <c:v>-549.47929180699998</c:v>
                </c:pt>
                <c:pt idx="272">
                  <c:v>-594.78803782099999</c:v>
                </c:pt>
                <c:pt idx="273">
                  <c:v>-624.62529346899998</c:v>
                </c:pt>
                <c:pt idx="274">
                  <c:v>-643.05994383699999</c:v>
                </c:pt>
                <c:pt idx="275">
                  <c:v>-648.85978563900005</c:v>
                </c:pt>
                <c:pt idx="276">
                  <c:v>-648.85730216699994</c:v>
                </c:pt>
                <c:pt idx="277">
                  <c:v>-640.83541651799999</c:v>
                </c:pt>
                <c:pt idx="278">
                  <c:v>-618.61623926100003</c:v>
                </c:pt>
                <c:pt idx="279">
                  <c:v>-583.17228787299996</c:v>
                </c:pt>
                <c:pt idx="280">
                  <c:v>-536.19007548800005</c:v>
                </c:pt>
                <c:pt idx="281">
                  <c:v>-475.16166861599999</c:v>
                </c:pt>
                <c:pt idx="282">
                  <c:v>-413.71465414900001</c:v>
                </c:pt>
                <c:pt idx="283">
                  <c:v>-325.98272576599999</c:v>
                </c:pt>
                <c:pt idx="284">
                  <c:v>-248.570305354</c:v>
                </c:pt>
                <c:pt idx="285">
                  <c:v>-152.38062774799999</c:v>
                </c:pt>
                <c:pt idx="286">
                  <c:v>-60.204902900599997</c:v>
                </c:pt>
                <c:pt idx="287">
                  <c:v>24.9145026413</c:v>
                </c:pt>
                <c:pt idx="288">
                  <c:v>115.40925034</c:v>
                </c:pt>
                <c:pt idx="289">
                  <c:v>197.629078488</c:v>
                </c:pt>
                <c:pt idx="290">
                  <c:v>267.28893577999997</c:v>
                </c:pt>
                <c:pt idx="291">
                  <c:v>322.692323929</c:v>
                </c:pt>
                <c:pt idx="292">
                  <c:v>362.82378160799999</c:v>
                </c:pt>
                <c:pt idx="293">
                  <c:v>387.33447319999999</c:v>
                </c:pt>
                <c:pt idx="294">
                  <c:v>396.39202163300001</c:v>
                </c:pt>
                <c:pt idx="295">
                  <c:v>391.17694743099997</c:v>
                </c:pt>
                <c:pt idx="296">
                  <c:v>376.18860410799999</c:v>
                </c:pt>
                <c:pt idx="297">
                  <c:v>346.315245393</c:v>
                </c:pt>
                <c:pt idx="298">
                  <c:v>302.49162280899998</c:v>
                </c:pt>
                <c:pt idx="299">
                  <c:v>254.21044802200001</c:v>
                </c:pt>
                <c:pt idx="300">
                  <c:v>191.262179815</c:v>
                </c:pt>
                <c:pt idx="301">
                  <c:v>130.90652412599999</c:v>
                </c:pt>
                <c:pt idx="302">
                  <c:v>70.589255768900003</c:v>
                </c:pt>
                <c:pt idx="303">
                  <c:v>14.3118735704</c:v>
                </c:pt>
                <c:pt idx="304">
                  <c:v>-44.413006156500003</c:v>
                </c:pt>
                <c:pt idx="305">
                  <c:v>-81.411513057600004</c:v>
                </c:pt>
                <c:pt idx="306">
                  <c:v>-117.615066524</c:v>
                </c:pt>
                <c:pt idx="307">
                  <c:v>-139.10390807799999</c:v>
                </c:pt>
                <c:pt idx="308">
                  <c:v>-148.74902817</c:v>
                </c:pt>
                <c:pt idx="309">
                  <c:v>-149.01488065000001</c:v>
                </c:pt>
                <c:pt idx="310">
                  <c:v>-138.786550869</c:v>
                </c:pt>
                <c:pt idx="311">
                  <c:v>-121.69814271</c:v>
                </c:pt>
                <c:pt idx="312">
                  <c:v>-89.626707936499997</c:v>
                </c:pt>
                <c:pt idx="313">
                  <c:v>-60.791378875100001</c:v>
                </c:pt>
                <c:pt idx="314">
                  <c:v>-23.785230921</c:v>
                </c:pt>
                <c:pt idx="315">
                  <c:v>11.996201195599999</c:v>
                </c:pt>
                <c:pt idx="316">
                  <c:v>50.995527848899997</c:v>
                </c:pt>
                <c:pt idx="317">
                  <c:v>76.590496454199993</c:v>
                </c:pt>
                <c:pt idx="318">
                  <c:v>100.70590974300001</c:v>
                </c:pt>
                <c:pt idx="319">
                  <c:v>118.18965057699999</c:v>
                </c:pt>
                <c:pt idx="320">
                  <c:v>128.22670362299999</c:v>
                </c:pt>
                <c:pt idx="321">
                  <c:v>132.584884082</c:v>
                </c:pt>
                <c:pt idx="322">
                  <c:v>130.06945982100001</c:v>
                </c:pt>
                <c:pt idx="323">
                  <c:v>120.04905764900001</c:v>
                </c:pt>
                <c:pt idx="324">
                  <c:v>107.543528569</c:v>
                </c:pt>
                <c:pt idx="325">
                  <c:v>88.477427267799996</c:v>
                </c:pt>
                <c:pt idx="326">
                  <c:v>67.699609836999997</c:v>
                </c:pt>
                <c:pt idx="327">
                  <c:v>49.269843385400002</c:v>
                </c:pt>
                <c:pt idx="328">
                  <c:v>26.4379714759</c:v>
                </c:pt>
                <c:pt idx="329">
                  <c:v>12.8880724999</c:v>
                </c:pt>
                <c:pt idx="330">
                  <c:v>-1.1724996196599999</c:v>
                </c:pt>
                <c:pt idx="331">
                  <c:v>-10.0364041864</c:v>
                </c:pt>
                <c:pt idx="332">
                  <c:v>-14.9781545358</c:v>
                </c:pt>
                <c:pt idx="333">
                  <c:v>-15.880804508500001</c:v>
                </c:pt>
                <c:pt idx="334">
                  <c:v>-12.967342608999999</c:v>
                </c:pt>
                <c:pt idx="335">
                  <c:v>-6.5944941518200002</c:v>
                </c:pt>
                <c:pt idx="336">
                  <c:v>2.3953330659900001</c:v>
                </c:pt>
                <c:pt idx="337">
                  <c:v>13.1214573949</c:v>
                </c:pt>
                <c:pt idx="338">
                  <c:v>24.549035807799999</c:v>
                </c:pt>
                <c:pt idx="339">
                  <c:v>32.220307694399999</c:v>
                </c:pt>
                <c:pt idx="340">
                  <c:v>43.883806291600003</c:v>
                </c:pt>
                <c:pt idx="341">
                  <c:v>50.058654289800003</c:v>
                </c:pt>
                <c:pt idx="342">
                  <c:v>56.410798075800002</c:v>
                </c:pt>
                <c:pt idx="343">
                  <c:v>59.0063712874</c:v>
                </c:pt>
                <c:pt idx="344">
                  <c:v>59.481429488899998</c:v>
                </c:pt>
                <c:pt idx="345">
                  <c:v>57.771716518200002</c:v>
                </c:pt>
                <c:pt idx="346">
                  <c:v>54.365443234399997</c:v>
                </c:pt>
                <c:pt idx="347">
                  <c:v>49.228612306000002</c:v>
                </c:pt>
                <c:pt idx="348">
                  <c:v>42.184063330999997</c:v>
                </c:pt>
                <c:pt idx="349">
                  <c:v>37.666173703200002</c:v>
                </c:pt>
                <c:pt idx="350">
                  <c:v>31.214665718199999</c:v>
                </c:pt>
                <c:pt idx="351">
                  <c:v>26.708642458</c:v>
                </c:pt>
                <c:pt idx="352">
                  <c:v>22.8876488716</c:v>
                </c:pt>
                <c:pt idx="353">
                  <c:v>19.680793108100001</c:v>
                </c:pt>
                <c:pt idx="354">
                  <c:v>18.613730950000001</c:v>
                </c:pt>
                <c:pt idx="355">
                  <c:v>18.6668908561</c:v>
                </c:pt>
                <c:pt idx="356">
                  <c:v>20.094049922899998</c:v>
                </c:pt>
                <c:pt idx="357">
                  <c:v>22.160066923399999</c:v>
                </c:pt>
                <c:pt idx="358">
                  <c:v>24.923933632200001</c:v>
                </c:pt>
                <c:pt idx="359">
                  <c:v>27.880556964099998</c:v>
                </c:pt>
                <c:pt idx="360">
                  <c:v>30.8097405571</c:v>
                </c:pt>
                <c:pt idx="361">
                  <c:v>33.718821827200003</c:v>
                </c:pt>
                <c:pt idx="362">
                  <c:v>35.836006583500001</c:v>
                </c:pt>
                <c:pt idx="363">
                  <c:v>37.463444741300002</c:v>
                </c:pt>
                <c:pt idx="364">
                  <c:v>38.157875688200001</c:v>
                </c:pt>
                <c:pt idx="365">
                  <c:v>38.1739198828</c:v>
                </c:pt>
                <c:pt idx="366">
                  <c:v>37.580250012199997</c:v>
                </c:pt>
                <c:pt idx="367">
                  <c:v>36.2332221745</c:v>
                </c:pt>
                <c:pt idx="368">
                  <c:v>34.642739262799999</c:v>
                </c:pt>
                <c:pt idx="369">
                  <c:v>33.197131546100003</c:v>
                </c:pt>
                <c:pt idx="370">
                  <c:v>31.285668439999998</c:v>
                </c:pt>
                <c:pt idx="371">
                  <c:v>29.727902651600001</c:v>
                </c:pt>
                <c:pt idx="372">
                  <c:v>28.335589304500001</c:v>
                </c:pt>
                <c:pt idx="373">
                  <c:v>27.194534038699999</c:v>
                </c:pt>
                <c:pt idx="374">
                  <c:v>26.618287156899999</c:v>
                </c:pt>
                <c:pt idx="375">
                  <c:v>26.412403334899999</c:v>
                </c:pt>
                <c:pt idx="376">
                  <c:v>26.534248850800001</c:v>
                </c:pt>
                <c:pt idx="377">
                  <c:v>27.0435359845</c:v>
                </c:pt>
                <c:pt idx="378">
                  <c:v>27.664060250999999</c:v>
                </c:pt>
                <c:pt idx="379">
                  <c:v>28.9510435171</c:v>
                </c:pt>
                <c:pt idx="380">
                  <c:v>30.574167617200001</c:v>
                </c:pt>
                <c:pt idx="381">
                  <c:v>31.071118915</c:v>
                </c:pt>
                <c:pt idx="382">
                  <c:v>30.6179581301</c:v>
                </c:pt>
                <c:pt idx="383">
                  <c:v>29.7166950678</c:v>
                </c:pt>
                <c:pt idx="384">
                  <c:v>28.361908298900001</c:v>
                </c:pt>
                <c:pt idx="385">
                  <c:v>27.455092068799999</c:v>
                </c:pt>
                <c:pt idx="386">
                  <c:v>27.130100297599999</c:v>
                </c:pt>
                <c:pt idx="387">
                  <c:v>27.266655330999999</c:v>
                </c:pt>
                <c:pt idx="388">
                  <c:v>27.594519050199999</c:v>
                </c:pt>
                <c:pt idx="389">
                  <c:v>27.809939859899998</c:v>
                </c:pt>
                <c:pt idx="390">
                  <c:v>27.784207692399999</c:v>
                </c:pt>
                <c:pt idx="391">
                  <c:v>27.431447305500001</c:v>
                </c:pt>
                <c:pt idx="392">
                  <c:v>27.025888824100001</c:v>
                </c:pt>
                <c:pt idx="393">
                  <c:v>26.500357315700001</c:v>
                </c:pt>
                <c:pt idx="394">
                  <c:v>26.163250282900002</c:v>
                </c:pt>
                <c:pt idx="395">
                  <c:v>25.966999432600002</c:v>
                </c:pt>
                <c:pt idx="396">
                  <c:v>25.8819583758</c:v>
                </c:pt>
                <c:pt idx="397">
                  <c:v>25.828449643799999</c:v>
                </c:pt>
                <c:pt idx="398">
                  <c:v>25.6880764279</c:v>
                </c:pt>
                <c:pt idx="399">
                  <c:v>25.417573553099999</c:v>
                </c:pt>
                <c:pt idx="400">
                  <c:v>25.128362545600002</c:v>
                </c:pt>
                <c:pt idx="401">
                  <c:v>24.8906734597</c:v>
                </c:pt>
                <c:pt idx="402">
                  <c:v>24.600963849999999</c:v>
                </c:pt>
                <c:pt idx="403">
                  <c:v>24.406859723</c:v>
                </c:pt>
                <c:pt idx="404">
                  <c:v>24.2450815013</c:v>
                </c:pt>
                <c:pt idx="405">
                  <c:v>24.087165673099999</c:v>
                </c:pt>
                <c:pt idx="406">
                  <c:v>23.896295211599998</c:v>
                </c:pt>
                <c:pt idx="407">
                  <c:v>23.689343233999999</c:v>
                </c:pt>
                <c:pt idx="408">
                  <c:v>23.462068624099999</c:v>
                </c:pt>
                <c:pt idx="409">
                  <c:v>23.214446105499999</c:v>
                </c:pt>
                <c:pt idx="410">
                  <c:v>23.008013282699999</c:v>
                </c:pt>
                <c:pt idx="411">
                  <c:v>22.8237113034</c:v>
                </c:pt>
                <c:pt idx="412">
                  <c:v>22.6456643014</c:v>
                </c:pt>
                <c:pt idx="413">
                  <c:v>22.431897966099999</c:v>
                </c:pt>
                <c:pt idx="414">
                  <c:v>22.235601645900001</c:v>
                </c:pt>
                <c:pt idx="415">
                  <c:v>22.046458036800001</c:v>
                </c:pt>
                <c:pt idx="416">
                  <c:v>21.833504400599999</c:v>
                </c:pt>
                <c:pt idx="417">
                  <c:v>21.6264497674</c:v>
                </c:pt>
                <c:pt idx="418">
                  <c:v>21.447285723099998</c:v>
                </c:pt>
                <c:pt idx="419">
                  <c:v>21.239363887</c:v>
                </c:pt>
                <c:pt idx="420">
                  <c:v>21.054878264199999</c:v>
                </c:pt>
                <c:pt idx="421">
                  <c:v>20.876738254900001</c:v>
                </c:pt>
                <c:pt idx="422">
                  <c:v>20.663719503700001</c:v>
                </c:pt>
                <c:pt idx="423">
                  <c:v>20.507948795299999</c:v>
                </c:pt>
                <c:pt idx="424">
                  <c:v>20.3059482902</c:v>
                </c:pt>
                <c:pt idx="425">
                  <c:v>20.108106827899999</c:v>
                </c:pt>
                <c:pt idx="426">
                  <c:v>19.904914132799998</c:v>
                </c:pt>
                <c:pt idx="427">
                  <c:v>19.735994007199999</c:v>
                </c:pt>
                <c:pt idx="428">
                  <c:v>19.572544695400001</c:v>
                </c:pt>
                <c:pt idx="429">
                  <c:v>19.3916132592</c:v>
                </c:pt>
                <c:pt idx="430">
                  <c:v>19.208200960799999</c:v>
                </c:pt>
                <c:pt idx="431">
                  <c:v>19.013162250499999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51EF-D947-93D4-07D17CE580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600"/>
          <c:min val="-800"/>
        </c:scaling>
        <c:delete val="0"/>
        <c:axPos val="l"/>
        <c:majorGridlines>
          <c:spPr>
            <a:ln w="9525">
              <a:solidFill>
                <a:srgbClr val="D7E1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IN">
                    <a:latin typeface="Arial"/>
                    <a:ea typeface="Arial"/>
                    <a:cs typeface="Arial"/>
                  </a:rPr>
                  <a:t>Voltage (kV)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800"/>
      </c:valAx>
      <c:valAx>
        <c:axId val="48650112"/>
        <c:scaling>
          <c:orientation val="minMax"/>
          <c:max val="7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IN">
                    <a:latin typeface="Arial"/>
                    <a:ea typeface="Arial"/>
                    <a:cs typeface="Arial"/>
                  </a:rPr>
                  <a:t>Time (µs)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1"/>
      </c:valAx>
      <c:spPr>
        <a:solidFill>
          <a:srgbClr val="F7F7F2"/>
        </a:solidFill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 anchorCtr="1"/>
        <a:lstStyle/>
        <a:p>
          <a:pPr>
            <a:defRPr sz="1575">
              <a:solidFill>
                <a:srgbClr val="51616B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7F7F2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Healthy</c:v>
          </c:tx>
          <c:spPr>
            <a:ln w="33338">
              <a:solidFill>
                <a:srgbClr val="0C8C98"/>
              </a:solidFill>
              <a:prstDash val="solid"/>
            </a:ln>
          </c:spPr>
          <c:marker>
            <c:symbol val="none"/>
          </c:marker>
          <c:xVal>
            <c:numRef>
              <c:f>'Chart Data'!$A$2:$A$216</c:f>
              <c:numCache>
                <c:formatCode>General</c:formatCode>
                <c:ptCount val="215"/>
                <c:pt idx="0">
                  <c:v>0</c:v>
                </c:pt>
                <c:pt idx="1">
                  <c:v>2.01005025126E-2</c:v>
                </c:pt>
                <c:pt idx="2">
                  <c:v>4.0201005025100003E-2</c:v>
                </c:pt>
                <c:pt idx="3">
                  <c:v>6.03015075377E-2</c:v>
                </c:pt>
                <c:pt idx="4">
                  <c:v>8.0402010050299996E-2</c:v>
                </c:pt>
                <c:pt idx="5">
                  <c:v>0.100502512563</c:v>
                </c:pt>
                <c:pt idx="6">
                  <c:v>0.120603015075</c:v>
                </c:pt>
                <c:pt idx="7">
                  <c:v>0.14070351758800001</c:v>
                </c:pt>
                <c:pt idx="8">
                  <c:v>0.16080402010100001</c:v>
                </c:pt>
                <c:pt idx="9">
                  <c:v>0.180904522613</c:v>
                </c:pt>
                <c:pt idx="10">
                  <c:v>0.20100502512599999</c:v>
                </c:pt>
                <c:pt idx="11">
                  <c:v>0.22110552763800001</c:v>
                </c:pt>
                <c:pt idx="12">
                  <c:v>0.24120603015100001</c:v>
                </c:pt>
                <c:pt idx="13">
                  <c:v>0.26130653266300002</c:v>
                </c:pt>
                <c:pt idx="14">
                  <c:v>0.28140703517600002</c:v>
                </c:pt>
                <c:pt idx="15">
                  <c:v>0.30150753768799998</c:v>
                </c:pt>
                <c:pt idx="16">
                  <c:v>0.32160804020099998</c:v>
                </c:pt>
                <c:pt idx="17">
                  <c:v>0.34170854271399997</c:v>
                </c:pt>
                <c:pt idx="18">
                  <c:v>0.36180904522599999</c:v>
                </c:pt>
                <c:pt idx="19">
                  <c:v>0.38190954773899999</c:v>
                </c:pt>
                <c:pt idx="20">
                  <c:v>0.40201005025100001</c:v>
                </c:pt>
                <c:pt idx="21">
                  <c:v>0.422110552764</c:v>
                </c:pt>
                <c:pt idx="22">
                  <c:v>0.44221105527600002</c:v>
                </c:pt>
                <c:pt idx="23">
                  <c:v>0.46231155778900002</c:v>
                </c:pt>
                <c:pt idx="24">
                  <c:v>0.48241206030200001</c:v>
                </c:pt>
                <c:pt idx="25">
                  <c:v>0.50251256281400003</c:v>
                </c:pt>
                <c:pt idx="26">
                  <c:v>0.52261306532700003</c:v>
                </c:pt>
                <c:pt idx="27">
                  <c:v>0.54271356783900004</c:v>
                </c:pt>
                <c:pt idx="28">
                  <c:v>0.56281407035200004</c:v>
                </c:pt>
                <c:pt idx="29">
                  <c:v>0.58291457286399995</c:v>
                </c:pt>
                <c:pt idx="30">
                  <c:v>0.60301507537700005</c:v>
                </c:pt>
                <c:pt idx="31">
                  <c:v>0.62311557788899996</c:v>
                </c:pt>
                <c:pt idx="32">
                  <c:v>0.64321608040199996</c:v>
                </c:pt>
                <c:pt idx="33">
                  <c:v>0.66331658291499995</c:v>
                </c:pt>
                <c:pt idx="34">
                  <c:v>0.68341708542699997</c:v>
                </c:pt>
                <c:pt idx="35">
                  <c:v>0.70351758793999997</c:v>
                </c:pt>
                <c:pt idx="36">
                  <c:v>0.72361809045199998</c:v>
                </c:pt>
                <c:pt idx="37">
                  <c:v>0.74371859296499998</c:v>
                </c:pt>
                <c:pt idx="38">
                  <c:v>0.763819095477</c:v>
                </c:pt>
                <c:pt idx="39">
                  <c:v>0.78391959798999999</c:v>
                </c:pt>
                <c:pt idx="40">
                  <c:v>0.80402010050299999</c:v>
                </c:pt>
                <c:pt idx="41">
                  <c:v>0.82412060301500001</c:v>
                </c:pt>
                <c:pt idx="42">
                  <c:v>0.844221105528</c:v>
                </c:pt>
                <c:pt idx="43">
                  <c:v>0.86432160804000002</c:v>
                </c:pt>
                <c:pt idx="44">
                  <c:v>0.88442211055300002</c:v>
                </c:pt>
                <c:pt idx="45">
                  <c:v>0.90452261306500004</c:v>
                </c:pt>
                <c:pt idx="46">
                  <c:v>0.92462311557800003</c:v>
                </c:pt>
                <c:pt idx="47">
                  <c:v>0.94472361809000005</c:v>
                </c:pt>
                <c:pt idx="48">
                  <c:v>0.96482412060300005</c:v>
                </c:pt>
                <c:pt idx="49">
                  <c:v>0.98492462311600004</c:v>
                </c:pt>
                <c:pt idx="50">
                  <c:v>1.00502512563</c:v>
                </c:pt>
                <c:pt idx="51">
                  <c:v>1.0251256281400001</c:v>
                </c:pt>
                <c:pt idx="52">
                  <c:v>1.0452261306499999</c:v>
                </c:pt>
                <c:pt idx="53">
                  <c:v>1.06532663317</c:v>
                </c:pt>
                <c:pt idx="54">
                  <c:v>1.08542713568</c:v>
                </c:pt>
                <c:pt idx="55">
                  <c:v>1.1055276381900001</c:v>
                </c:pt>
                <c:pt idx="56">
                  <c:v>1.1256281406999999</c:v>
                </c:pt>
                <c:pt idx="57">
                  <c:v>1.14572864322</c:v>
                </c:pt>
                <c:pt idx="58">
                  <c:v>1.1658291457300001</c:v>
                </c:pt>
                <c:pt idx="59">
                  <c:v>1.1859296482399999</c:v>
                </c:pt>
                <c:pt idx="60">
                  <c:v>1.20603015075</c:v>
                </c:pt>
                <c:pt idx="61">
                  <c:v>1.22613065327</c:v>
                </c:pt>
                <c:pt idx="62">
                  <c:v>1.2462311557800001</c:v>
                </c:pt>
                <c:pt idx="63">
                  <c:v>1.2663316582899999</c:v>
                </c:pt>
                <c:pt idx="64">
                  <c:v>1.2864321608</c:v>
                </c:pt>
                <c:pt idx="65">
                  <c:v>1.3065326633200001</c:v>
                </c:pt>
                <c:pt idx="66">
                  <c:v>1.3266331658299999</c:v>
                </c:pt>
                <c:pt idx="67">
                  <c:v>1.34673366834</c:v>
                </c:pt>
                <c:pt idx="68">
                  <c:v>1.36683417085</c:v>
                </c:pt>
                <c:pt idx="69">
                  <c:v>1.3869346733700001</c:v>
                </c:pt>
                <c:pt idx="70">
                  <c:v>1.4070351758799999</c:v>
                </c:pt>
                <c:pt idx="71">
                  <c:v>1.42713567839</c:v>
                </c:pt>
                <c:pt idx="72">
                  <c:v>1.4472361809000001</c:v>
                </c:pt>
                <c:pt idx="73">
                  <c:v>1.4673366834199999</c:v>
                </c:pt>
                <c:pt idx="74">
                  <c:v>1.48743718593</c:v>
                </c:pt>
                <c:pt idx="75">
                  <c:v>1.50753768844</c:v>
                </c:pt>
                <c:pt idx="76">
                  <c:v>1.5276381909500001</c:v>
                </c:pt>
                <c:pt idx="77">
                  <c:v>1.5477386934699999</c:v>
                </c:pt>
                <c:pt idx="78">
                  <c:v>1.56783919598</c:v>
                </c:pt>
                <c:pt idx="79">
                  <c:v>1.5879396984900001</c:v>
                </c:pt>
                <c:pt idx="80">
                  <c:v>1.6080402010099999</c:v>
                </c:pt>
                <c:pt idx="81">
                  <c:v>1.62814070352</c:v>
                </c:pt>
                <c:pt idx="82">
                  <c:v>1.64824120603</c:v>
                </c:pt>
                <c:pt idx="83">
                  <c:v>1.6683417085400001</c:v>
                </c:pt>
                <c:pt idx="84">
                  <c:v>1.6884422110599999</c:v>
                </c:pt>
                <c:pt idx="85">
                  <c:v>1.70854271357</c:v>
                </c:pt>
                <c:pt idx="86">
                  <c:v>1.72864321608</c:v>
                </c:pt>
                <c:pt idx="87">
                  <c:v>1.7487437185900001</c:v>
                </c:pt>
                <c:pt idx="88">
                  <c:v>1.7688442211099999</c:v>
                </c:pt>
                <c:pt idx="89">
                  <c:v>1.78894472362</c:v>
                </c:pt>
                <c:pt idx="90">
                  <c:v>1.8090452261300001</c:v>
                </c:pt>
                <c:pt idx="91">
                  <c:v>1.8291457286399999</c:v>
                </c:pt>
                <c:pt idx="92">
                  <c:v>1.84924623116</c:v>
                </c:pt>
                <c:pt idx="93">
                  <c:v>1.86934673367</c:v>
                </c:pt>
                <c:pt idx="94">
                  <c:v>1.8894472361800001</c:v>
                </c:pt>
                <c:pt idx="95">
                  <c:v>1.9095477386899999</c:v>
                </c:pt>
                <c:pt idx="96">
                  <c:v>1.92964824121</c:v>
                </c:pt>
                <c:pt idx="97">
                  <c:v>1.9497487437200001</c:v>
                </c:pt>
                <c:pt idx="98">
                  <c:v>1.9698492462299999</c:v>
                </c:pt>
                <c:pt idx="99">
                  <c:v>1.98994974874</c:v>
                </c:pt>
                <c:pt idx="100">
                  <c:v>2.01005025126</c:v>
                </c:pt>
                <c:pt idx="101">
                  <c:v>2.0301507537700001</c:v>
                </c:pt>
                <c:pt idx="102">
                  <c:v>2.0502512562800002</c:v>
                </c:pt>
                <c:pt idx="103">
                  <c:v>2.0703517587900002</c:v>
                </c:pt>
                <c:pt idx="104">
                  <c:v>2.0904522613099998</c:v>
                </c:pt>
                <c:pt idx="105">
                  <c:v>2.1105527638199999</c:v>
                </c:pt>
                <c:pt idx="106">
                  <c:v>2.1266904956500001</c:v>
                </c:pt>
                <c:pt idx="107">
                  <c:v>2.13065326633</c:v>
                </c:pt>
                <c:pt idx="108">
                  <c:v>2.15075376884</c:v>
                </c:pt>
                <c:pt idx="109">
                  <c:v>2.1708542713600001</c:v>
                </c:pt>
                <c:pt idx="110">
                  <c:v>2.1909547738700001</c:v>
                </c:pt>
                <c:pt idx="111">
                  <c:v>2.2110552763800002</c:v>
                </c:pt>
                <c:pt idx="112">
                  <c:v>2.2311557788899998</c:v>
                </c:pt>
                <c:pt idx="113">
                  <c:v>2.2512562814099999</c:v>
                </c:pt>
                <c:pt idx="114">
                  <c:v>2.27135678392</c:v>
                </c:pt>
                <c:pt idx="115">
                  <c:v>2.29145728643</c:v>
                </c:pt>
                <c:pt idx="116">
                  <c:v>2.3115577889400001</c:v>
                </c:pt>
                <c:pt idx="117">
                  <c:v>2.3316582914600001</c:v>
                </c:pt>
                <c:pt idx="118">
                  <c:v>2.3517587939700002</c:v>
                </c:pt>
                <c:pt idx="119">
                  <c:v>2.3718592964799998</c:v>
                </c:pt>
                <c:pt idx="120">
                  <c:v>2.3919597989899999</c:v>
                </c:pt>
                <c:pt idx="121">
                  <c:v>2.4120603015099999</c:v>
                </c:pt>
                <c:pt idx="122">
                  <c:v>2.43216080402</c:v>
                </c:pt>
                <c:pt idx="123">
                  <c:v>2.4522613065300001</c:v>
                </c:pt>
                <c:pt idx="124">
                  <c:v>2.4723618090500001</c:v>
                </c:pt>
                <c:pt idx="125">
                  <c:v>2.4924623115600002</c:v>
                </c:pt>
                <c:pt idx="126">
                  <c:v>2.5125628140699998</c:v>
                </c:pt>
                <c:pt idx="127">
                  <c:v>2.5326633165799999</c:v>
                </c:pt>
                <c:pt idx="128">
                  <c:v>2.5527638190999999</c:v>
                </c:pt>
                <c:pt idx="129">
                  <c:v>2.57286432161</c:v>
                </c:pt>
                <c:pt idx="130">
                  <c:v>2.5929648241200001</c:v>
                </c:pt>
                <c:pt idx="131">
                  <c:v>2.6130653266300001</c:v>
                </c:pt>
                <c:pt idx="132">
                  <c:v>2.6331658291500002</c:v>
                </c:pt>
                <c:pt idx="133">
                  <c:v>2.6532663316599998</c:v>
                </c:pt>
                <c:pt idx="134">
                  <c:v>2.6733668341699999</c:v>
                </c:pt>
                <c:pt idx="135">
                  <c:v>2.6934673366799999</c:v>
                </c:pt>
                <c:pt idx="136">
                  <c:v>2.7135678392</c:v>
                </c:pt>
                <c:pt idx="137">
                  <c:v>2.7336683417100001</c:v>
                </c:pt>
                <c:pt idx="138">
                  <c:v>2.7537688442200001</c:v>
                </c:pt>
                <c:pt idx="139">
                  <c:v>2.7738693467300002</c:v>
                </c:pt>
                <c:pt idx="140">
                  <c:v>2.7939698492499998</c:v>
                </c:pt>
                <c:pt idx="141">
                  <c:v>2.8140703517599999</c:v>
                </c:pt>
                <c:pt idx="142">
                  <c:v>2.8341708542699999</c:v>
                </c:pt>
                <c:pt idx="143">
                  <c:v>2.85427135678</c:v>
                </c:pt>
                <c:pt idx="144">
                  <c:v>2.8743718593000001</c:v>
                </c:pt>
                <c:pt idx="145">
                  <c:v>2.8944723618100001</c:v>
                </c:pt>
                <c:pt idx="146">
                  <c:v>2.9145728643200002</c:v>
                </c:pt>
                <c:pt idx="147">
                  <c:v>2.9346733668299998</c:v>
                </c:pt>
                <c:pt idx="148">
                  <c:v>2.9547738693499999</c:v>
                </c:pt>
                <c:pt idx="149">
                  <c:v>2.9748743718599999</c:v>
                </c:pt>
                <c:pt idx="150">
                  <c:v>2.99497487437</c:v>
                </c:pt>
                <c:pt idx="151">
                  <c:v>3.01507537688</c:v>
                </c:pt>
                <c:pt idx="152">
                  <c:v>3.0351758794000001</c:v>
                </c:pt>
                <c:pt idx="153">
                  <c:v>3.0552763819100002</c:v>
                </c:pt>
                <c:pt idx="154">
                  <c:v>3.0753768844199998</c:v>
                </c:pt>
                <c:pt idx="155">
                  <c:v>3.0954773869299999</c:v>
                </c:pt>
                <c:pt idx="156">
                  <c:v>3.1155778894499999</c:v>
                </c:pt>
                <c:pt idx="157">
                  <c:v>3.13567839196</c:v>
                </c:pt>
                <c:pt idx="158">
                  <c:v>3.15577889447</c:v>
                </c:pt>
                <c:pt idx="159">
                  <c:v>3.1758793969800001</c:v>
                </c:pt>
                <c:pt idx="160">
                  <c:v>3.1959798995000002</c:v>
                </c:pt>
                <c:pt idx="161">
                  <c:v>3.2160804020099998</c:v>
                </c:pt>
                <c:pt idx="162">
                  <c:v>3.2361809045199998</c:v>
                </c:pt>
                <c:pt idx="163">
                  <c:v>3.2562814070399999</c:v>
                </c:pt>
                <c:pt idx="164">
                  <c:v>3.27638190955</c:v>
                </c:pt>
                <c:pt idx="165">
                  <c:v>3.29648241206</c:v>
                </c:pt>
                <c:pt idx="166">
                  <c:v>3.3165829145700001</c:v>
                </c:pt>
                <c:pt idx="167">
                  <c:v>3.3366834170900002</c:v>
                </c:pt>
                <c:pt idx="168">
                  <c:v>3.3567839196000002</c:v>
                </c:pt>
                <c:pt idx="169">
                  <c:v>3.3768844221099998</c:v>
                </c:pt>
                <c:pt idx="170">
                  <c:v>3.3969849246199999</c:v>
                </c:pt>
                <c:pt idx="171">
                  <c:v>3.41708542714</c:v>
                </c:pt>
                <c:pt idx="172">
                  <c:v>3.43718592965</c:v>
                </c:pt>
                <c:pt idx="173">
                  <c:v>3.4572864321600001</c:v>
                </c:pt>
                <c:pt idx="174">
                  <c:v>3.4773869346700002</c:v>
                </c:pt>
                <c:pt idx="175">
                  <c:v>3.4974874371900002</c:v>
                </c:pt>
                <c:pt idx="176">
                  <c:v>3.5175879396999998</c:v>
                </c:pt>
                <c:pt idx="177">
                  <c:v>3.5376884422099999</c:v>
                </c:pt>
                <c:pt idx="178">
                  <c:v>3.55778894472</c:v>
                </c:pt>
                <c:pt idx="179">
                  <c:v>3.57788944724</c:v>
                </c:pt>
                <c:pt idx="180">
                  <c:v>3.5979899497500001</c:v>
                </c:pt>
                <c:pt idx="181">
                  <c:v>3.6180904522600001</c:v>
                </c:pt>
                <c:pt idx="182">
                  <c:v>3.6381909547700002</c:v>
                </c:pt>
                <c:pt idx="183">
                  <c:v>3.6582914572899998</c:v>
                </c:pt>
                <c:pt idx="184">
                  <c:v>3.6783919597999999</c:v>
                </c:pt>
                <c:pt idx="185">
                  <c:v>3.69849246231</c:v>
                </c:pt>
                <c:pt idx="186">
                  <c:v>3.71859296482</c:v>
                </c:pt>
                <c:pt idx="187">
                  <c:v>3.7386934673400001</c:v>
                </c:pt>
                <c:pt idx="188">
                  <c:v>3.7587939698500001</c:v>
                </c:pt>
                <c:pt idx="189">
                  <c:v>3.7788944723600002</c:v>
                </c:pt>
                <c:pt idx="190">
                  <c:v>3.7989949748699998</c:v>
                </c:pt>
                <c:pt idx="191">
                  <c:v>3.8190954773899999</c:v>
                </c:pt>
                <c:pt idx="192">
                  <c:v>3.8391959798999999</c:v>
                </c:pt>
                <c:pt idx="193">
                  <c:v>3.85929648241</c:v>
                </c:pt>
                <c:pt idx="194">
                  <c:v>3.8793969849200001</c:v>
                </c:pt>
                <c:pt idx="195">
                  <c:v>3.8994974874400001</c:v>
                </c:pt>
                <c:pt idx="196">
                  <c:v>3.9195979899500002</c:v>
                </c:pt>
                <c:pt idx="197">
                  <c:v>3.9396984924599998</c:v>
                </c:pt>
                <c:pt idx="198">
                  <c:v>3.9597989949699999</c:v>
                </c:pt>
                <c:pt idx="199">
                  <c:v>3.9798994974899999</c:v>
                </c:pt>
                <c:pt idx="200">
                  <c:v>4</c:v>
                </c:pt>
                <c:pt idx="201">
                  <c:v>4.4016736401700003</c:v>
                </c:pt>
                <c:pt idx="202">
                  <c:v>4.8033472803299997</c:v>
                </c:pt>
                <c:pt idx="203">
                  <c:v>5.2050209205</c:v>
                </c:pt>
                <c:pt idx="204">
                  <c:v>5.6066945606700003</c:v>
                </c:pt>
                <c:pt idx="205">
                  <c:v>6.0083682008399997</c:v>
                </c:pt>
                <c:pt idx="206">
                  <c:v>6.410041841</c:v>
                </c:pt>
                <c:pt idx="207">
                  <c:v>6.8117154811700003</c:v>
                </c:pt>
                <c:pt idx="208">
                  <c:v>7.2133891213399997</c:v>
                </c:pt>
                <c:pt idx="209">
                  <c:v>7.6150627615099999</c:v>
                </c:pt>
                <c:pt idx="210">
                  <c:v>8.0167364016700002</c:v>
                </c:pt>
                <c:pt idx="211">
                  <c:v>8.4184100418399996</c:v>
                </c:pt>
                <c:pt idx="212">
                  <c:v>8.8200836820100008</c:v>
                </c:pt>
                <c:pt idx="213">
                  <c:v>9.2217573221800002</c:v>
                </c:pt>
                <c:pt idx="214">
                  <c:v>9.6234309623400005</c:v>
                </c:pt>
              </c:numCache>
            </c:numRef>
          </c:xVal>
          <c:yVal>
            <c:numRef>
              <c:f>'Chart Data'!$B$2:$B$216</c:f>
              <c:numCache>
                <c:formatCode>#,##0</c:formatCode>
                <c:ptCount val="215"/>
                <c:pt idx="0">
                  <c:v>0</c:v>
                </c:pt>
                <c:pt idx="1">
                  <c:v>15.5977558007</c:v>
                </c:pt>
                <c:pt idx="2">
                  <c:v>52.836222591000002</c:v>
                </c:pt>
                <c:pt idx="3">
                  <c:v>101.79167422899999</c:v>
                </c:pt>
                <c:pt idx="4">
                  <c:v>156.52622470700001</c:v>
                </c:pt>
                <c:pt idx="5">
                  <c:v>213.510938071</c:v>
                </c:pt>
                <c:pt idx="6">
                  <c:v>270.671626909</c:v>
                </c:pt>
                <c:pt idx="7">
                  <c:v>326.81150711800001</c:v>
                </c:pt>
                <c:pt idx="8">
                  <c:v>381.26192636899998</c:v>
                </c:pt>
                <c:pt idx="9">
                  <c:v>433.67112026400002</c:v>
                </c:pt>
                <c:pt idx="10">
                  <c:v>483.87649875199997</c:v>
                </c:pt>
                <c:pt idx="11">
                  <c:v>531.82748015799996</c:v>
                </c:pt>
                <c:pt idx="12">
                  <c:v>577.53891133699994</c:v>
                </c:pt>
                <c:pt idx="13">
                  <c:v>621.06299315199999</c:v>
                </c:pt>
                <c:pt idx="14">
                  <c:v>662.47240000600004</c:v>
                </c:pt>
                <c:pt idx="15">
                  <c:v>701.85016880299997</c:v>
                </c:pt>
                <c:pt idx="16">
                  <c:v>739.283679678</c:v>
                </c:pt>
                <c:pt idx="17">
                  <c:v>774.86110824399998</c:v>
                </c:pt>
                <c:pt idx="18">
                  <c:v>808.66936891900002</c:v>
                </c:pt>
                <c:pt idx="19">
                  <c:v>840.79295623999997</c:v>
                </c:pt>
                <c:pt idx="20">
                  <c:v>871.31332539799996</c:v>
                </c:pt>
                <c:pt idx="21">
                  <c:v>900.308595083</c:v>
                </c:pt>
                <c:pt idx="22">
                  <c:v>927.85344156799999</c:v>
                </c:pt>
                <c:pt idx="23">
                  <c:v>954.01910486400004</c:v>
                </c:pt>
                <c:pt idx="24">
                  <c:v>978.87345925700004</c:v>
                </c:pt>
                <c:pt idx="25">
                  <c:v>1002.4811195</c:v>
                </c:pt>
                <c:pt idx="26">
                  <c:v>1024.9035654300001</c:v>
                </c:pt>
                <c:pt idx="27">
                  <c:v>1046.1992748099999</c:v>
                </c:pt>
                <c:pt idx="28">
                  <c:v>1066.4238582600001</c:v>
                </c:pt>
                <c:pt idx="29">
                  <c:v>1085.63019276</c:v>
                </c:pt>
                <c:pt idx="30">
                  <c:v>1103.8685517700001</c:v>
                </c:pt>
                <c:pt idx="31">
                  <c:v>1121.18673087</c:v>
                </c:pt>
                <c:pt idx="32">
                  <c:v>1137.63016827</c:v>
                </c:pt>
                <c:pt idx="33">
                  <c:v>1153.24206018</c:v>
                </c:pt>
                <c:pt idx="34">
                  <c:v>1168.0634708699999</c:v>
                </c:pt>
                <c:pt idx="35">
                  <c:v>1182.13343749</c:v>
                </c:pt>
                <c:pt idx="36">
                  <c:v>1195.4890699699999</c:v>
                </c:pt>
                <c:pt idx="37">
                  <c:v>1208.16564604</c:v>
                </c:pt>
                <c:pt idx="38">
                  <c:v>1220.19670161</c:v>
                </c:pt>
                <c:pt idx="39">
                  <c:v>1231.6141166800001</c:v>
                </c:pt>
                <c:pt idx="40">
                  <c:v>1242.44819717</c:v>
                </c:pt>
                <c:pt idx="41">
                  <c:v>1252.7277525100001</c:v>
                </c:pt>
                <c:pt idx="42">
                  <c:v>1262.48016962</c:v>
                </c:pt>
                <c:pt idx="43">
                  <c:v>1271.7314831000001</c:v>
                </c:pt>
                <c:pt idx="44">
                  <c:v>1280.5064419800001</c:v>
                </c:pt>
                <c:pt idx="45">
                  <c:v>1288.8285732700001</c:v>
                </c:pt>
                <c:pt idx="46">
                  <c:v>1296.7202422099999</c:v>
                </c:pt>
                <c:pt idx="47">
                  <c:v>1304.2027097</c:v>
                </c:pt>
                <c:pt idx="48">
                  <c:v>1311.2961868100001</c:v>
                </c:pt>
                <c:pt idx="49">
                  <c:v>1318.01988661</c:v>
                </c:pt>
                <c:pt idx="50">
                  <c:v>1324.3920734599999</c:v>
                </c:pt>
                <c:pt idx="51">
                  <c:v>1330.43010985</c:v>
                </c:pt>
                <c:pt idx="52">
                  <c:v>1336.15050094</c:v>
                </c:pt>
                <c:pt idx="53">
                  <c:v>1341.56893689</c:v>
                </c:pt>
                <c:pt idx="54">
                  <c:v>1346.70033309</c:v>
                </c:pt>
                <c:pt idx="55">
                  <c:v>1351.5588684500001</c:v>
                </c:pt>
                <c:pt idx="56">
                  <c:v>1356.15802173</c:v>
                </c:pt>
                <c:pt idx="57">
                  <c:v>1360.5106061399999</c:v>
                </c:pt>
                <c:pt idx="58">
                  <c:v>1364.62880217</c:v>
                </c:pt>
                <c:pt idx="59">
                  <c:v>1368.52418889</c:v>
                </c:pt>
                <c:pt idx="60">
                  <c:v>1372.2077735800001</c:v>
                </c:pt>
                <c:pt idx="61">
                  <c:v>1375.6900200099999</c:v>
                </c:pt>
                <c:pt idx="62">
                  <c:v>1378.9808752599999</c:v>
                </c:pt>
                <c:pt idx="63">
                  <c:v>1382.08979525</c:v>
                </c:pt>
                <c:pt idx="64">
                  <c:v>1385.0257689499999</c:v>
                </c:pt>
                <c:pt idx="65">
                  <c:v>1387.79734149</c:v>
                </c:pt>
                <c:pt idx="66">
                  <c:v>1390.4126360600001</c:v>
                </c:pt>
                <c:pt idx="67">
                  <c:v>1392.87937472</c:v>
                </c:pt>
                <c:pt idx="68">
                  <c:v>1395.20489823</c:v>
                </c:pt>
                <c:pt idx="69">
                  <c:v>1397.39618488</c:v>
                </c:pt>
                <c:pt idx="70">
                  <c:v>1399.4598683700001</c:v>
                </c:pt>
                <c:pt idx="71">
                  <c:v>1401.4022548400001</c:v>
                </c:pt>
                <c:pt idx="72">
                  <c:v>1403.22933906</c:v>
                </c:pt>
                <c:pt idx="73">
                  <c:v>1404.94681975</c:v>
                </c:pt>
                <c:pt idx="74">
                  <c:v>1406.5601142600001</c:v>
                </c:pt>
                <c:pt idx="75">
                  <c:v>1408.0743724399999</c:v>
                </c:pt>
                <c:pt idx="76">
                  <c:v>1409.4944898399999</c:v>
                </c:pt>
                <c:pt idx="77">
                  <c:v>1410.8251202599999</c:v>
                </c:pt>
                <c:pt idx="78">
                  <c:v>1412.0706877299999</c:v>
                </c:pt>
                <c:pt idx="79">
                  <c:v>1413.2353978000001</c:v>
                </c:pt>
                <c:pt idx="80">
                  <c:v>1414.3232483700001</c:v>
                </c:pt>
                <c:pt idx="81">
                  <c:v>1415.33803992</c:v>
                </c:pt>
                <c:pt idx="82">
                  <c:v>1416.2833852799999</c:v>
                </c:pt>
                <c:pt idx="83">
                  <c:v>1417.1627188699999</c:v>
                </c:pt>
                <c:pt idx="84">
                  <c:v>1417.97930552</c:v>
                </c:pt>
                <c:pt idx="85">
                  <c:v>1418.7362488599999</c:v>
                </c:pt>
                <c:pt idx="86">
                  <c:v>1419.43649925</c:v>
                </c:pt>
                <c:pt idx="87">
                  <c:v>1420.0828613900001</c:v>
                </c:pt>
                <c:pt idx="88">
                  <c:v>1420.67800145</c:v>
                </c:pt>
                <c:pt idx="89">
                  <c:v>1421.22445397</c:v>
                </c:pt>
                <c:pt idx="90">
                  <c:v>1421.72462834</c:v>
                </c:pt>
                <c:pt idx="91">
                  <c:v>1422.18081497</c:v>
                </c:pt>
                <c:pt idx="92">
                  <c:v>1422.5951911699999</c:v>
                </c:pt>
                <c:pt idx="93">
                  <c:v>1422.9698267399999</c:v>
                </c:pt>
                <c:pt idx="94">
                  <c:v>1423.30668926</c:v>
                </c:pt>
                <c:pt idx="95">
                  <c:v>1423.60764918</c:v>
                </c:pt>
                <c:pt idx="96">
                  <c:v>1423.87448457</c:v>
                </c:pt>
                <c:pt idx="97">
                  <c:v>1424.1088857100001</c:v>
                </c:pt>
                <c:pt idx="98">
                  <c:v>1424.31245939</c:v>
                </c:pt>
                <c:pt idx="99">
                  <c:v>1424.4867331</c:v>
                </c:pt>
                <c:pt idx="100">
                  <c:v>1424.63315887</c:v>
                </c:pt>
                <c:pt idx="101">
                  <c:v>1424.75311704</c:v>
                </c:pt>
                <c:pt idx="102">
                  <c:v>1424.8479198</c:v>
                </c:pt>
                <c:pt idx="103">
                  <c:v>1424.9188145200001</c:v>
                </c:pt>
                <c:pt idx="104">
                  <c:v>1424.9669869899999</c:v>
                </c:pt>
                <c:pt idx="105">
                  <c:v>1424.99356446</c:v>
                </c:pt>
                <c:pt idx="106">
                  <c:v>1425</c:v>
                </c:pt>
                <c:pt idx="107">
                  <c:v>1424.9996184900001</c:v>
                </c:pt>
                <c:pt idx="108">
                  <c:v>1424.9861677399999</c:v>
                </c:pt>
                <c:pt idx="109">
                  <c:v>1424.9541805700001</c:v>
                </c:pt>
                <c:pt idx="110">
                  <c:v>1424.9045775300001</c:v>
                </c:pt>
                <c:pt idx="111">
                  <c:v>1424.8382336899999</c:v>
                </c:pt>
                <c:pt idx="112">
                  <c:v>1424.7559809300001</c:v>
                </c:pt>
                <c:pt idx="113">
                  <c:v>1424.6586100300001</c:v>
                </c:pt>
                <c:pt idx="114">
                  <c:v>1424.54687276</c:v>
                </c:pt>
                <c:pt idx="115">
                  <c:v>1424.42148372</c:v>
                </c:pt>
                <c:pt idx="116">
                  <c:v>1424.28312226</c:v>
                </c:pt>
                <c:pt idx="117">
                  <c:v>1424.13243416</c:v>
                </c:pt>
                <c:pt idx="118">
                  <c:v>1423.9700333200001</c:v>
                </c:pt>
                <c:pt idx="119">
                  <c:v>1423.79650333</c:v>
                </c:pt>
                <c:pt idx="120">
                  <c:v>1423.6123989499999</c:v>
                </c:pt>
                <c:pt idx="121">
                  <c:v>1423.4182475499999</c:v>
                </c:pt>
                <c:pt idx="122">
                  <c:v>1423.2145504699999</c:v>
                </c:pt>
                <c:pt idx="123">
                  <c:v>1423.00178428</c:v>
                </c:pt>
                <c:pt idx="124">
                  <c:v>1422.78040201</c:v>
                </c:pt>
                <c:pt idx="125">
                  <c:v>1422.55083433</c:v>
                </c:pt>
                <c:pt idx="126">
                  <c:v>1422.3134906499999</c:v>
                </c:pt>
                <c:pt idx="127">
                  <c:v>1422.0687601499999</c:v>
                </c:pt>
                <c:pt idx="128">
                  <c:v>1421.81701279</c:v>
                </c:pt>
                <c:pt idx="129">
                  <c:v>1421.55860026</c:v>
                </c:pt>
                <c:pt idx="130">
                  <c:v>1421.2938569</c:v>
                </c:pt>
                <c:pt idx="131">
                  <c:v>1421.0231005200001</c:v>
                </c:pt>
                <c:pt idx="132">
                  <c:v>1420.7466332500001</c:v>
                </c:pt>
                <c:pt idx="133">
                  <c:v>1420.4647422800001</c:v>
                </c:pt>
                <c:pt idx="134">
                  <c:v>1420.17770064</c:v>
                </c:pt>
                <c:pt idx="135">
                  <c:v>1419.88576786</c:v>
                </c:pt>
                <c:pt idx="136">
                  <c:v>1419.58919066</c:v>
                </c:pt>
                <c:pt idx="137">
                  <c:v>1419.28820359</c:v>
                </c:pt>
                <c:pt idx="138">
                  <c:v>1418.9830295899999</c:v>
                </c:pt>
                <c:pt idx="139">
                  <c:v>1418.6738806000001</c:v>
                </c:pt>
                <c:pt idx="140">
                  <c:v>1418.36095811</c:v>
                </c:pt>
                <c:pt idx="141">
                  <c:v>1418.0444536299999</c:v>
                </c:pt>
                <c:pt idx="142">
                  <c:v>1417.72454924</c:v>
                </c:pt>
                <c:pt idx="143">
                  <c:v>1417.4014180199999</c:v>
                </c:pt>
                <c:pt idx="144">
                  <c:v>1417.0752244800001</c:v>
                </c:pt>
                <c:pt idx="145">
                  <c:v>1416.7461250399999</c:v>
                </c:pt>
                <c:pt idx="146">
                  <c:v>1416.4142683699999</c:v>
                </c:pt>
                <c:pt idx="147">
                  <c:v>1416.0797958000001</c:v>
                </c:pt>
                <c:pt idx="148">
                  <c:v>1415.7428417000001</c:v>
                </c:pt>
                <c:pt idx="149">
                  <c:v>1415.40353377</c:v>
                </c:pt>
                <c:pt idx="150">
                  <c:v>1415.0619934399999</c:v>
                </c:pt>
                <c:pt idx="151">
                  <c:v>1414.71833612</c:v>
                </c:pt>
                <c:pt idx="152">
                  <c:v>1414.37267152</c:v>
                </c:pt>
                <c:pt idx="153">
                  <c:v>1414.02510394</c:v>
                </c:pt>
                <c:pt idx="154">
                  <c:v>1413.67573251</c:v>
                </c:pt>
                <c:pt idx="155">
                  <c:v>1413.3246515000001</c:v>
                </c:pt>
                <c:pt idx="156">
                  <c:v>1412.9719504899999</c:v>
                </c:pt>
                <c:pt idx="157">
                  <c:v>1412.61771464</c:v>
                </c:pt>
                <c:pt idx="158">
                  <c:v>1412.2620249199999</c:v>
                </c:pt>
                <c:pt idx="159">
                  <c:v>1411.90495829</c:v>
                </c:pt>
                <c:pt idx="160">
                  <c:v>1411.54658791</c:v>
                </c:pt>
                <c:pt idx="161">
                  <c:v>1411.1869833200001</c:v>
                </c:pt>
                <c:pt idx="162">
                  <c:v>1410.8262106300001</c:v>
                </c:pt>
                <c:pt idx="163">
                  <c:v>1410.4643326800001</c:v>
                </c:pt>
                <c:pt idx="164">
                  <c:v>1410.1014092299999</c:v>
                </c:pt>
                <c:pt idx="165">
                  <c:v>1409.7374970400001</c:v>
                </c:pt>
                <c:pt idx="166">
                  <c:v>1409.37265011</c:v>
                </c:pt>
                <c:pt idx="167">
                  <c:v>1409.00691975</c:v>
                </c:pt>
                <c:pt idx="168">
                  <c:v>1408.6403547499999</c:v>
                </c:pt>
                <c:pt idx="169">
                  <c:v>1408.2730014700001</c:v>
                </c:pt>
                <c:pt idx="170">
                  <c:v>1407.90490398</c:v>
                </c:pt>
                <c:pt idx="171">
                  <c:v>1407.5361042100001</c:v>
                </c:pt>
                <c:pt idx="172">
                  <c:v>1407.1666419600001</c:v>
                </c:pt>
                <c:pt idx="173">
                  <c:v>1406.7965551100001</c:v>
                </c:pt>
                <c:pt idx="174">
                  <c:v>1406.4258796500001</c:v>
                </c:pt>
                <c:pt idx="175">
                  <c:v>1406.05464979</c:v>
                </c:pt>
                <c:pt idx="176">
                  <c:v>1405.6828980499999</c:v>
                </c:pt>
                <c:pt idx="177">
                  <c:v>1405.3106553499999</c:v>
                </c:pt>
                <c:pt idx="178">
                  <c:v>1404.9379510799999</c:v>
                </c:pt>
                <c:pt idx="179">
                  <c:v>1404.5648131600001</c:v>
                </c:pt>
                <c:pt idx="180">
                  <c:v>1404.1912681599999</c:v>
                </c:pt>
                <c:pt idx="181">
                  <c:v>1403.8173413100001</c:v>
                </c:pt>
                <c:pt idx="182">
                  <c:v>1403.4430566000001</c:v>
                </c:pt>
                <c:pt idx="183">
                  <c:v>1403.0684368499999</c:v>
                </c:pt>
                <c:pt idx="184">
                  <c:v>1402.6935037400001</c:v>
                </c:pt>
                <c:pt idx="185">
                  <c:v>1402.31827787</c:v>
                </c:pt>
                <c:pt idx="186">
                  <c:v>1401.94277883</c:v>
                </c:pt>
                <c:pt idx="187">
                  <c:v>1401.5670252299999</c:v>
                </c:pt>
                <c:pt idx="188">
                  <c:v>1401.19103479</c:v>
                </c:pt>
                <c:pt idx="189">
                  <c:v>1400.8148243200001</c:v>
                </c:pt>
                <c:pt idx="190">
                  <c:v>1400.4384098200001</c:v>
                </c:pt>
                <c:pt idx="191">
                  <c:v>1400.0618064800001</c:v>
                </c:pt>
                <c:pt idx="192">
                  <c:v>1399.68502876</c:v>
                </c:pt>
                <c:pt idx="193">
                  <c:v>1399.3080903800001</c:v>
                </c:pt>
                <c:pt idx="194">
                  <c:v>1398.93100441</c:v>
                </c:pt>
                <c:pt idx="195">
                  <c:v>1398.5537832499999</c:v>
                </c:pt>
                <c:pt idx="196">
                  <c:v>1398.1764387000001</c:v>
                </c:pt>
                <c:pt idx="197">
                  <c:v>1397.79898196</c:v>
                </c:pt>
                <c:pt idx="198">
                  <c:v>1397.42142369</c:v>
                </c:pt>
                <c:pt idx="199">
                  <c:v>1397.04377402</c:v>
                </c:pt>
                <c:pt idx="200">
                  <c:v>1396.6660425699999</c:v>
                </c:pt>
                <c:pt idx="201">
                  <c:v>1389.11185675</c:v>
                </c:pt>
                <c:pt idx="202">
                  <c:v>1381.57109483</c:v>
                </c:pt>
                <c:pt idx="203">
                  <c:v>1374.0612952199999</c:v>
                </c:pt>
                <c:pt idx="204">
                  <c:v>1366.5886914600001</c:v>
                </c:pt>
                <c:pt idx="205">
                  <c:v>1359.15540844</c:v>
                </c:pt>
                <c:pt idx="206">
                  <c:v>1351.76207823</c:v>
                </c:pt>
                <c:pt idx="207">
                  <c:v>1344.4087910200001</c:v>
                </c:pt>
                <c:pt idx="208">
                  <c:v>1337.09544076</c:v>
                </c:pt>
                <c:pt idx="209">
                  <c:v>1329.8218508499999</c:v>
                </c:pt>
                <c:pt idx="210">
                  <c:v>1322.5878197699999</c:v>
                </c:pt>
                <c:pt idx="211">
                  <c:v>1315.39313769</c:v>
                </c:pt>
                <c:pt idx="212">
                  <c:v>1308.23759251</c:v>
                </c:pt>
                <c:pt idx="213">
                  <c:v>1301.12097204</c:v>
                </c:pt>
                <c:pt idx="214">
                  <c:v>1294.04306479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0F0-3E42-9F4F-D6CBAF1CF744}"/>
            </c:ext>
          </c:extLst>
        </c:ser>
        <c:ser>
          <c:idx val="1"/>
          <c:order val="1"/>
          <c:tx>
            <c:v>Uncharged</c:v>
          </c:tx>
          <c:spPr>
            <a:ln w="33338">
              <a:solidFill>
                <a:srgbClr val="BE6A2E"/>
              </a:solidFill>
              <a:prstDash val="solid"/>
            </a:ln>
          </c:spPr>
          <c:marker>
            <c:symbol val="none"/>
          </c:marker>
          <c:xVal>
            <c:numRef>
              <c:f>'Chart Data'!$C$2:$C$503</c:f>
              <c:numCache>
                <c:formatCode>General</c:formatCode>
                <c:ptCount val="502"/>
                <c:pt idx="0">
                  <c:v>0</c:v>
                </c:pt>
                <c:pt idx="1">
                  <c:v>5.0610192028599998E-4</c:v>
                </c:pt>
                <c:pt idx="2">
                  <c:v>5.2905833101399996E-4</c:v>
                </c:pt>
                <c:pt idx="3">
                  <c:v>5.5305602764200003E-4</c:v>
                </c:pt>
                <c:pt idx="4">
                  <c:v>5.7814224213200002E-4</c:v>
                </c:pt>
                <c:pt idx="5">
                  <c:v>6.0436634885300004E-4</c:v>
                </c:pt>
                <c:pt idx="6">
                  <c:v>6.3177996176100001E-4</c:v>
                </c:pt>
                <c:pt idx="7">
                  <c:v>6.6043703597899999E-4</c:v>
                </c:pt>
                <c:pt idx="8">
                  <c:v>6.9039397399999999E-4</c:v>
                </c:pt>
                <c:pt idx="9">
                  <c:v>7.2170973668699999E-4</c:v>
                </c:pt>
                <c:pt idx="10">
                  <c:v>7.5444595932800003E-4</c:v>
                </c:pt>
                <c:pt idx="11">
                  <c:v>7.8866707294200005E-4</c:v>
                </c:pt>
                <c:pt idx="12">
                  <c:v>8.2444043109099999E-4</c:v>
                </c:pt>
                <c:pt idx="13">
                  <c:v>8.61836442444E-4</c:v>
                </c:pt>
                <c:pt idx="14">
                  <c:v>9.0092870935699996E-4</c:v>
                </c:pt>
                <c:pt idx="15">
                  <c:v>9.4179417273399998E-4</c:v>
                </c:pt>
                <c:pt idx="16">
                  <c:v>9.8451326346299991E-4</c:v>
                </c:pt>
                <c:pt idx="17">
                  <c:v>1.02917006071E-3</c:v>
                </c:pt>
                <c:pt idx="18">
                  <c:v>1.0758524574300001E-3</c:v>
                </c:pt>
                <c:pt idx="19">
                  <c:v>1.1246523333199999E-3</c:v>
                </c:pt>
                <c:pt idx="20">
                  <c:v>1.17566573567E-3</c:v>
                </c:pt>
                <c:pt idx="21">
                  <c:v>1.22899306842E-3</c:v>
                </c:pt>
                <c:pt idx="22">
                  <c:v>1.28473928974E-3</c:v>
                </c:pt>
                <c:pt idx="23">
                  <c:v>1.34301411864E-3</c:v>
                </c:pt>
                <c:pt idx="24">
                  <c:v>1.4039322509099999E-3</c:v>
                </c:pt>
                <c:pt idx="25">
                  <c:v>1.46761358484E-3</c:v>
                </c:pt>
                <c:pt idx="26">
                  <c:v>1.5341834572200001E-3</c:v>
                </c:pt>
                <c:pt idx="27">
                  <c:v>1.60377289002E-3</c:v>
                </c:pt>
                <c:pt idx="28">
                  <c:v>1.6765188483E-3</c:v>
                </c:pt>
                <c:pt idx="29">
                  <c:v>1.75256450972E-3</c:v>
                </c:pt>
                <c:pt idx="30">
                  <c:v>1.8320595463899999E-3</c:v>
                </c:pt>
                <c:pt idx="31">
                  <c:v>1.91516041944E-3</c:v>
                </c:pt>
                <c:pt idx="32">
                  <c:v>2.0020306869399998E-3</c:v>
                </c:pt>
                <c:pt idx="33">
                  <c:v>2.0928413258599998E-3</c:v>
                </c:pt>
                <c:pt idx="34">
                  <c:v>2.1877710685399999E-3</c:v>
                </c:pt>
                <c:pt idx="35">
                  <c:v>2.2870067545099999E-3</c:v>
                </c:pt>
                <c:pt idx="36">
                  <c:v>2.3907436981799998E-3</c:v>
                </c:pt>
                <c:pt idx="37">
                  <c:v>2.4991860732800002E-3</c:v>
                </c:pt>
                <c:pt idx="38">
                  <c:v>2.6125473147300001E-3</c:v>
                </c:pt>
                <c:pt idx="39">
                  <c:v>2.73105053868E-3</c:v>
                </c:pt>
                <c:pt idx="40">
                  <c:v>2.8549289816900002E-3</c:v>
                </c:pt>
                <c:pt idx="41">
                  <c:v>2.9844264597100002E-3</c:v>
                </c:pt>
                <c:pt idx="42">
                  <c:v>3.1197978480700002E-3</c:v>
                </c:pt>
                <c:pt idx="43">
                  <c:v>3.26130958299E-3</c:v>
                </c:pt>
                <c:pt idx="44">
                  <c:v>3.4092401860900002E-3</c:v>
                </c:pt>
                <c:pt idx="45">
                  <c:v>3.5638808125000002E-3</c:v>
                </c:pt>
                <c:pt idx="46">
                  <c:v>3.7255358239500001E-3</c:v>
                </c:pt>
                <c:pt idx="47">
                  <c:v>3.8945233877799999E-3</c:v>
                </c:pt>
                <c:pt idx="48">
                  <c:v>4.0711761031599998E-3</c:v>
                </c:pt>
                <c:pt idx="49">
                  <c:v>4.2558416557400003E-3</c:v>
                </c:pt>
                <c:pt idx="50">
                  <c:v>4.4488835019100004E-3</c:v>
                </c:pt>
                <c:pt idx="51">
                  <c:v>4.6506815841799998E-3</c:v>
                </c:pt>
                <c:pt idx="52">
                  <c:v>4.8616330789999999E-3</c:v>
                </c:pt>
                <c:pt idx="53">
                  <c:v>5.0821531784000003E-3</c:v>
                </c:pt>
                <c:pt idx="54">
                  <c:v>5.31267590726E-3</c:v>
                </c:pt>
                <c:pt idx="55">
                  <c:v>5.5536549774900003E-3</c:v>
                </c:pt>
                <c:pt idx="56">
                  <c:v>5.8055646810399996E-3</c:v>
                </c:pt>
                <c:pt idx="57">
                  <c:v>6.0689008233899997E-3</c:v>
                </c:pt>
                <c:pt idx="58">
                  <c:v>6.3441816993999997E-3</c:v>
                </c:pt>
                <c:pt idx="59">
                  <c:v>6.63194911341E-3</c:v>
                </c:pt>
                <c:pt idx="60">
                  <c:v>6.9327694455800001E-3</c:v>
                </c:pt>
                <c:pt idx="61">
                  <c:v>7.2472347666899996E-3</c:v>
                </c:pt>
                <c:pt idx="62">
                  <c:v>7.5759640033800004E-3</c:v>
                </c:pt>
                <c:pt idx="63">
                  <c:v>7.9196041563900001E-3</c:v>
                </c:pt>
                <c:pt idx="64">
                  <c:v>8.2788315738900001E-3</c:v>
                </c:pt>
                <c:pt idx="65">
                  <c:v>8.6543532827399999E-3</c:v>
                </c:pt>
                <c:pt idx="66">
                  <c:v>9.0469083799999996E-3</c:v>
                </c:pt>
                <c:pt idx="67">
                  <c:v>9.4572694876499993E-3</c:v>
                </c:pt>
                <c:pt idx="68">
                  <c:v>9.8862442731999997E-3</c:v>
                </c:pt>
                <c:pt idx="69">
                  <c:v>1.0334677039399999E-2</c:v>
                </c:pt>
                <c:pt idx="70">
                  <c:v>1.08034503859E-2</c:v>
                </c:pt>
                <c:pt idx="71">
                  <c:v>1.12934869465E-2</c:v>
                </c:pt>
                <c:pt idx="72">
                  <c:v>1.1805751204999999E-2</c:v>
                </c:pt>
                <c:pt idx="73">
                  <c:v>1.2341251393299999E-2</c:v>
                </c:pt>
                <c:pt idx="74">
                  <c:v>1.29010414761E-2</c:v>
                </c:pt>
                <c:pt idx="75">
                  <c:v>1.3486223225299999E-2</c:v>
                </c:pt>
                <c:pt idx="76">
                  <c:v>1.4097948387899999E-2</c:v>
                </c:pt>
                <c:pt idx="77">
                  <c:v>1.47374209539E-2</c:v>
                </c:pt>
                <c:pt idx="78">
                  <c:v>1.5405899525000001E-2</c:v>
                </c:pt>
                <c:pt idx="79">
                  <c:v>1.61046997922E-2</c:v>
                </c:pt>
                <c:pt idx="80">
                  <c:v>1.6835197125399999E-2</c:v>
                </c:pt>
                <c:pt idx="81">
                  <c:v>1.7598829280099999E-2</c:v>
                </c:pt>
                <c:pt idx="82">
                  <c:v>1.8032786885199999E-2</c:v>
                </c:pt>
                <c:pt idx="83">
                  <c:v>1.8809711609499999E-2</c:v>
                </c:pt>
                <c:pt idx="84">
                  <c:v>1.9662906288499999E-2</c:v>
                </c:pt>
                <c:pt idx="85">
                  <c:v>2.05548012503E-2</c:v>
                </c:pt>
                <c:pt idx="86">
                  <c:v>2.14871519113E-2</c:v>
                </c:pt>
                <c:pt idx="87">
                  <c:v>2.2461793312299999E-2</c:v>
                </c:pt>
                <c:pt idx="88">
                  <c:v>2.34806437302E-2</c:v>
                </c:pt>
                <c:pt idx="89">
                  <c:v>2.4545708453400001E-2</c:v>
                </c:pt>
                <c:pt idx="90">
                  <c:v>2.5659083728799999E-2</c:v>
                </c:pt>
                <c:pt idx="91">
                  <c:v>2.6822960887400001E-2</c:v>
                </c:pt>
                <c:pt idx="92">
                  <c:v>2.8039630657700002E-2</c:v>
                </c:pt>
                <c:pt idx="93">
                  <c:v>2.9311487673499999E-2</c:v>
                </c:pt>
                <c:pt idx="94">
                  <c:v>3.0641035187699998E-2</c:v>
                </c:pt>
                <c:pt idx="95">
                  <c:v>3.2030889999000001E-2</c:v>
                </c:pt>
                <c:pt idx="96">
                  <c:v>3.3483787601900003E-2</c:v>
                </c:pt>
                <c:pt idx="97">
                  <c:v>3.5002587570999999E-2</c:v>
                </c:pt>
                <c:pt idx="98">
                  <c:v>3.6065573770500001E-2</c:v>
                </c:pt>
                <c:pt idx="99">
                  <c:v>3.7410930427300003E-2</c:v>
                </c:pt>
                <c:pt idx="100">
                  <c:v>3.9107862705499999E-2</c:v>
                </c:pt>
                <c:pt idx="101">
                  <c:v>4.0881766583299999E-2</c:v>
                </c:pt>
                <c:pt idx="102">
                  <c:v>4.2736133435800003E-2</c:v>
                </c:pt>
                <c:pt idx="103">
                  <c:v>4.4674613004400003E-2</c:v>
                </c:pt>
                <c:pt idx="104">
                  <c:v>4.6701020579899999E-2</c:v>
                </c:pt>
                <c:pt idx="105">
                  <c:v>4.8819344511999999E-2</c:v>
                </c:pt>
                <c:pt idx="106">
                  <c:v>5.1033754059100003E-2</c:v>
                </c:pt>
                <c:pt idx="107">
                  <c:v>5.3348607594000001E-2</c:v>
                </c:pt>
                <c:pt idx="108">
                  <c:v>5.4545116662400001E-2</c:v>
                </c:pt>
                <c:pt idx="109">
                  <c:v>5.7019243021399997E-2</c:v>
                </c:pt>
                <c:pt idx="110">
                  <c:v>5.9605593931599997E-2</c:v>
                </c:pt>
                <c:pt idx="111">
                  <c:v>6.2309259816099999E-2</c:v>
                </c:pt>
                <c:pt idx="112">
                  <c:v>6.5135561995899996E-2</c:v>
                </c:pt>
                <c:pt idx="113">
                  <c:v>6.8090063162999995E-2</c:v>
                </c:pt>
                <c:pt idx="114">
                  <c:v>7.1178578329299996E-2</c:v>
                </c:pt>
                <c:pt idx="115">
                  <c:v>7.2774980152900001E-2</c:v>
                </c:pt>
                <c:pt idx="116">
                  <c:v>7.6075999706699995E-2</c:v>
                </c:pt>
                <c:pt idx="117">
                  <c:v>7.9526751078699998E-2</c:v>
                </c:pt>
                <c:pt idx="118">
                  <c:v>8.3134025993999994E-2</c:v>
                </c:pt>
                <c:pt idx="119">
                  <c:v>8.6904924245299997E-2</c:v>
                </c:pt>
                <c:pt idx="120">
                  <c:v>9.0163934426199993E-2</c:v>
                </c:pt>
                <c:pt idx="121">
                  <c:v>9.2884392279E-2</c:v>
                </c:pt>
                <c:pt idx="122">
                  <c:v>9.7097559970899999E-2</c:v>
                </c:pt>
                <c:pt idx="123">
                  <c:v>0.10150183384899999</c:v>
                </c:pt>
                <c:pt idx="124">
                  <c:v>0.10610588235100001</c:v>
                </c:pt>
                <c:pt idx="125">
                  <c:v>0.10848563800200001</c:v>
                </c:pt>
                <c:pt idx="126">
                  <c:v>0.11340646672099999</c:v>
                </c:pt>
                <c:pt idx="127">
                  <c:v>0.118550500611</c:v>
                </c:pt>
                <c:pt idx="128">
                  <c:v>0.123927864092</c:v>
                </c:pt>
                <c:pt idx="129">
                  <c:v>0.12670733332100001</c:v>
                </c:pt>
                <c:pt idx="130">
                  <c:v>0.13245468473300001</c:v>
                </c:pt>
                <c:pt idx="131">
                  <c:v>0.13846273177499999</c:v>
                </c:pt>
                <c:pt idx="132">
                  <c:v>0.144262295082</c:v>
                </c:pt>
                <c:pt idx="133">
                  <c:v>0.14798961975899999</c:v>
                </c:pt>
                <c:pt idx="134">
                  <c:v>0.154702320024</c:v>
                </c:pt>
                <c:pt idx="135">
                  <c:v>0.16171950343499999</c:v>
                </c:pt>
                <c:pt idx="136">
                  <c:v>0.16534656815400001</c:v>
                </c:pt>
                <c:pt idx="137">
                  <c:v>0.17284656682800001</c:v>
                </c:pt>
                <c:pt idx="138">
                  <c:v>0.17849384793100001</c:v>
                </c:pt>
                <c:pt idx="139">
                  <c:v>0.180327868852</c:v>
                </c:pt>
                <c:pt idx="140">
                  <c:v>0.18473922458</c:v>
                </c:pt>
                <c:pt idx="141">
                  <c:v>0.193118859881</c:v>
                </c:pt>
                <c:pt idx="142">
                  <c:v>0.19836065573799999</c:v>
                </c:pt>
                <c:pt idx="143">
                  <c:v>0.20640634686100001</c:v>
                </c:pt>
                <c:pt idx="144">
                  <c:v>0.21576878688600001</c:v>
                </c:pt>
                <c:pt idx="145">
                  <c:v>0.22060807551700001</c:v>
                </c:pt>
                <c:pt idx="146">
                  <c:v>0.23061469550499999</c:v>
                </c:pt>
                <c:pt idx="147">
                  <c:v>0.235786949982</c:v>
                </c:pt>
                <c:pt idx="148">
                  <c:v>0.246482072548</c:v>
                </c:pt>
                <c:pt idx="149">
                  <c:v>0.252459016393</c:v>
                </c:pt>
                <c:pt idx="150">
                  <c:v>0.26344119985199999</c:v>
                </c:pt>
                <c:pt idx="151">
                  <c:v>0.27049180327900002</c:v>
                </c:pt>
                <c:pt idx="152">
                  <c:v>0.28156719497799998</c:v>
                </c:pt>
                <c:pt idx="153">
                  <c:v>0.28852459016400001</c:v>
                </c:pt>
                <c:pt idx="154">
                  <c:v>0.300940343926</c:v>
                </c:pt>
                <c:pt idx="155">
                  <c:v>0.307689870611</c:v>
                </c:pt>
                <c:pt idx="156">
                  <c:v>0.32164645675199999</c:v>
                </c:pt>
                <c:pt idx="157">
                  <c:v>0.32886038265700002</c:v>
                </c:pt>
                <c:pt idx="158">
                  <c:v>0.34262295081999999</c:v>
                </c:pt>
                <c:pt idx="159">
                  <c:v>0.35148752562699997</c:v>
                </c:pt>
                <c:pt idx="160">
                  <c:v>0.36065573770499998</c:v>
                </c:pt>
                <c:pt idx="161">
                  <c:v>0.37567152258699998</c:v>
                </c:pt>
                <c:pt idx="162">
                  <c:v>0.38409712924799999</c:v>
                </c:pt>
                <c:pt idx="163">
                  <c:v>0.396721311475</c:v>
                </c:pt>
                <c:pt idx="164">
                  <c:v>0.4105248205</c:v>
                </c:pt>
                <c:pt idx="165">
                  <c:v>0.41973212117199998</c:v>
                </c:pt>
                <c:pt idx="166">
                  <c:v>0.43278688524600001</c:v>
                </c:pt>
                <c:pt idx="167">
                  <c:v>0.448611667677</c:v>
                </c:pt>
                <c:pt idx="168">
                  <c:v>0.458673184796</c:v>
                </c:pt>
                <c:pt idx="169">
                  <c:v>0.46896036284600001</c:v>
                </c:pt>
                <c:pt idx="170">
                  <c:v>0.486885245902</c:v>
                </c:pt>
                <c:pt idx="171">
                  <c:v>0.50122704419999997</c:v>
                </c:pt>
                <c:pt idx="172">
                  <c:v>0.512468625392</c:v>
                </c:pt>
                <c:pt idx="173">
                  <c:v>0.52396233413600002</c:v>
                </c:pt>
                <c:pt idx="174">
                  <c:v>0.54098360655699995</c:v>
                </c:pt>
                <c:pt idx="175">
                  <c:v>0.55901639344300003</c:v>
                </c:pt>
                <c:pt idx="176">
                  <c:v>0.57257345909099999</c:v>
                </c:pt>
                <c:pt idx="177">
                  <c:v>0.58541520636599997</c:v>
                </c:pt>
                <c:pt idx="178">
                  <c:v>0.59854496991200001</c:v>
                </c:pt>
                <c:pt idx="179">
                  <c:v>0.61311475409799998</c:v>
                </c:pt>
                <c:pt idx="180">
                  <c:v>0.63114754098400005</c:v>
                </c:pt>
                <c:pt idx="181">
                  <c:v>0.64918032786900004</c:v>
                </c:pt>
                <c:pt idx="182">
                  <c:v>0.66721311475400003</c:v>
                </c:pt>
                <c:pt idx="183">
                  <c:v>0.68374395956800005</c:v>
                </c:pt>
                <c:pt idx="184">
                  <c:v>0.69907905236599999</c:v>
                </c:pt>
                <c:pt idx="185">
                  <c:v>0.71475808249399997</c:v>
                </c:pt>
                <c:pt idx="186">
                  <c:v>0.73078876381799995</c:v>
                </c:pt>
                <c:pt idx="187">
                  <c:v>0.74717898321599996</c:v>
                </c:pt>
                <c:pt idx="188">
                  <c:v>0.76393680445000001</c:v>
                </c:pt>
                <c:pt idx="189">
                  <c:v>0.78107047214000003</c:v>
                </c:pt>
                <c:pt idx="190">
                  <c:v>0.79858841581600004</c:v>
                </c:pt>
                <c:pt idx="191">
                  <c:v>0.81649925406599999</c:v>
                </c:pt>
                <c:pt idx="192">
                  <c:v>0.83481179877699996</c:v>
                </c:pt>
                <c:pt idx="193">
                  <c:v>0.85353505947200004</c:v>
                </c:pt>
                <c:pt idx="194">
                  <c:v>0.87267824773799996</c:v>
                </c:pt>
                <c:pt idx="195">
                  <c:v>0.88914096436199996</c:v>
                </c:pt>
                <c:pt idx="196">
                  <c:v>0.89225078176100003</c:v>
                </c:pt>
                <c:pt idx="197">
                  <c:v>0.91226229096199996</c:v>
                </c:pt>
                <c:pt idx="198">
                  <c:v>0.93272262072800005</c:v>
                </c:pt>
                <c:pt idx="199">
                  <c:v>0.95364183726200002</c:v>
                </c:pt>
                <c:pt idx="200">
                  <c:v>0.97377049180300002</c:v>
                </c:pt>
                <c:pt idx="201">
                  <c:v>0.99180327868899998</c:v>
                </c:pt>
                <c:pt idx="202">
                  <c:v>1.0098360655700001</c:v>
                </c:pt>
                <c:pt idx="203">
                  <c:v>1.0278688524599999</c:v>
                </c:pt>
                <c:pt idx="204">
                  <c:v>1.04590163934</c:v>
                </c:pt>
                <c:pt idx="205">
                  <c:v>1.06548962891</c:v>
                </c:pt>
                <c:pt idx="206">
                  <c:v>1.0893865600699999</c:v>
                </c:pt>
                <c:pt idx="207">
                  <c:v>1.11381945452</c:v>
                </c:pt>
                <c:pt idx="208">
                  <c:v>1.1360655737700001</c:v>
                </c:pt>
                <c:pt idx="209">
                  <c:v>1.1540983606599999</c:v>
                </c:pt>
                <c:pt idx="210">
                  <c:v>1.17213114754</c:v>
                </c:pt>
                <c:pt idx="211">
                  <c:v>1.1904554780900001</c:v>
                </c:pt>
                <c:pt idx="212">
                  <c:v>1.21715515854</c:v>
                </c:pt>
                <c:pt idx="213">
                  <c:v>1.24426229508</c:v>
                </c:pt>
                <c:pt idx="214">
                  <c:v>1.2622950819700001</c:v>
                </c:pt>
                <c:pt idx="215">
                  <c:v>1.2803278688499999</c:v>
                </c:pt>
                <c:pt idx="216">
                  <c:v>1.30090116518</c:v>
                </c:pt>
                <c:pt idx="217">
                  <c:v>1.33007793495</c:v>
                </c:pt>
                <c:pt idx="218">
                  <c:v>1.3524590163900001</c:v>
                </c:pt>
                <c:pt idx="219">
                  <c:v>1.37049180328</c:v>
                </c:pt>
                <c:pt idx="220">
                  <c:v>1.3904092914399999</c:v>
                </c:pt>
                <c:pt idx="221">
                  <c:v>1.4215935603700001</c:v>
                </c:pt>
                <c:pt idx="222">
                  <c:v>1.4426229508199999</c:v>
                </c:pt>
                <c:pt idx="223">
                  <c:v>1.4606557377</c:v>
                </c:pt>
                <c:pt idx="224">
                  <c:v>1.4860759983</c:v>
                </c:pt>
                <c:pt idx="225">
                  <c:v>1.5147540983600001</c:v>
                </c:pt>
                <c:pt idx="226">
                  <c:v>1.53278688525</c:v>
                </c:pt>
                <c:pt idx="227">
                  <c:v>1.55348331216</c:v>
                </c:pt>
                <c:pt idx="228">
                  <c:v>1.5868852459</c:v>
                </c:pt>
                <c:pt idx="229">
                  <c:v>1.6049180327899999</c:v>
                </c:pt>
                <c:pt idx="230">
                  <c:v>1.62394817219</c:v>
                </c:pt>
                <c:pt idx="231">
                  <c:v>1.65901639344</c:v>
                </c:pt>
                <c:pt idx="232">
                  <c:v>1.6770491803300001</c:v>
                </c:pt>
                <c:pt idx="233">
                  <c:v>1.69760926642</c:v>
                </c:pt>
                <c:pt idx="234">
                  <c:v>1.7311475409799999</c:v>
                </c:pt>
                <c:pt idx="235">
                  <c:v>1.74918032787</c:v>
                </c:pt>
                <c:pt idx="236">
                  <c:v>1.7746115736900001</c:v>
                </c:pt>
                <c:pt idx="237">
                  <c:v>1.8032786885200001</c:v>
                </c:pt>
                <c:pt idx="238">
                  <c:v>1.8213114754099999</c:v>
                </c:pt>
                <c:pt idx="239">
                  <c:v>1.8551066489700001</c:v>
                </c:pt>
                <c:pt idx="240">
                  <c:v>1.87540983607</c:v>
                </c:pt>
                <c:pt idx="241">
                  <c:v>1.8967132068200001</c:v>
                </c:pt>
                <c:pt idx="242">
                  <c:v>1.9295081967200001</c:v>
                </c:pt>
                <c:pt idx="243">
                  <c:v>1.9475409836099999</c:v>
                </c:pt>
                <c:pt idx="244">
                  <c:v>1.9827467223299999</c:v>
                </c:pt>
                <c:pt idx="245">
                  <c:v>2.00163934426</c:v>
                </c:pt>
                <c:pt idx="246">
                  <c:v>2.0272160072999998</c:v>
                </c:pt>
                <c:pt idx="247">
                  <c:v>2.0557377049199999</c:v>
                </c:pt>
                <c:pt idx="248">
                  <c:v>2.0737704917999999</c:v>
                </c:pt>
                <c:pt idx="249">
                  <c:v>2.1098360655700001</c:v>
                </c:pt>
                <c:pt idx="250">
                  <c:v>2.1266904956500001</c:v>
                </c:pt>
                <c:pt idx="251">
                  <c:v>2.1278688524599998</c:v>
                </c:pt>
                <c:pt idx="252">
                  <c:v>2.16393442623</c:v>
                </c:pt>
                <c:pt idx="253">
                  <c:v>2.1819672131100001</c:v>
                </c:pt>
                <c:pt idx="254">
                  <c:v>2.2152929819699998</c:v>
                </c:pt>
                <c:pt idx="255">
                  <c:v>2.2360655737699999</c:v>
                </c:pt>
                <c:pt idx="256">
                  <c:v>2.26497784277</c:v>
                </c:pt>
                <c:pt idx="257">
                  <c:v>2.2901639344300002</c:v>
                </c:pt>
                <c:pt idx="258">
                  <c:v>2.3157770416700001</c:v>
                </c:pt>
                <c:pt idx="259">
                  <c:v>2.3442622950800001</c:v>
                </c:pt>
                <c:pt idx="260">
                  <c:v>2.3677155712000002</c:v>
                </c:pt>
                <c:pt idx="261">
                  <c:v>2.3983606557399999</c:v>
                </c:pt>
                <c:pt idx="262">
                  <c:v>2.4208189843999999</c:v>
                </c:pt>
                <c:pt idx="263">
                  <c:v>2.4524590163900002</c:v>
                </c:pt>
                <c:pt idx="264">
                  <c:v>2.4751134074099999</c:v>
                </c:pt>
                <c:pt idx="265">
                  <c:v>2.50655737705</c:v>
                </c:pt>
                <c:pt idx="266">
                  <c:v>2.5306255523600001</c:v>
                </c:pt>
                <c:pt idx="267">
                  <c:v>2.5606557376999999</c:v>
                </c:pt>
                <c:pt idx="268">
                  <c:v>2.5873827304499999</c:v>
                </c:pt>
                <c:pt idx="269">
                  <c:v>2.6147540983600002</c:v>
                </c:pt>
                <c:pt idx="270">
                  <c:v>2.64541286544</c:v>
                </c:pt>
                <c:pt idx="271">
                  <c:v>2.66885245902</c:v>
                </c:pt>
                <c:pt idx="272">
                  <c:v>2.7047445073800001</c:v>
                </c:pt>
                <c:pt idx="273">
                  <c:v>2.7229508196699999</c:v>
                </c:pt>
                <c:pt idx="274">
                  <c:v>2.75901639344</c:v>
                </c:pt>
                <c:pt idx="275">
                  <c:v>2.7770491803300001</c:v>
                </c:pt>
                <c:pt idx="276">
                  <c:v>2.8131147540999999</c:v>
                </c:pt>
                <c:pt idx="277">
                  <c:v>2.83114754098</c:v>
                </c:pt>
                <c:pt idx="278">
                  <c:v>2.8672131147500002</c:v>
                </c:pt>
                <c:pt idx="279">
                  <c:v>2.8908436664499999</c:v>
                </c:pt>
                <c:pt idx="280">
                  <c:v>2.92131147541</c:v>
                </c:pt>
                <c:pt idx="281">
                  <c:v>2.9556798602700001</c:v>
                </c:pt>
                <c:pt idx="282">
                  <c:v>2.9754098360699999</c:v>
                </c:pt>
                <c:pt idx="283">
                  <c:v>3.0114754098400001</c:v>
                </c:pt>
                <c:pt idx="284">
                  <c:v>3.0295081967200002</c:v>
                </c:pt>
                <c:pt idx="285">
                  <c:v>3.0655737704899999</c:v>
                </c:pt>
                <c:pt idx="286">
                  <c:v>3.0897473240300002</c:v>
                </c:pt>
                <c:pt idx="287">
                  <c:v>3.1196721311500002</c:v>
                </c:pt>
                <c:pt idx="288">
                  <c:v>3.1557377049199999</c:v>
                </c:pt>
                <c:pt idx="289">
                  <c:v>3.1737704918</c:v>
                </c:pt>
                <c:pt idx="290">
                  <c:v>3.2098360655699998</c:v>
                </c:pt>
                <c:pt idx="291">
                  <c:v>3.2298959892900001</c:v>
                </c:pt>
                <c:pt idx="292">
                  <c:v>3.2639344262300001</c:v>
                </c:pt>
                <c:pt idx="293">
                  <c:v>3.3</c:v>
                </c:pt>
                <c:pt idx="294">
                  <c:v>3.3180327868899999</c:v>
                </c:pt>
                <c:pt idx="295">
                  <c:v>3.3540983606600001</c:v>
                </c:pt>
                <c:pt idx="296">
                  <c:v>3.3764016948900002</c:v>
                </c:pt>
                <c:pt idx="297">
                  <c:v>3.40819672131</c:v>
                </c:pt>
                <c:pt idx="298">
                  <c:v>3.4442622950800001</c:v>
                </c:pt>
                <c:pt idx="299">
                  <c:v>3.4622950819699998</c:v>
                </c:pt>
                <c:pt idx="300">
                  <c:v>3.49836065574</c:v>
                </c:pt>
                <c:pt idx="301">
                  <c:v>3.52955279151</c:v>
                </c:pt>
                <c:pt idx="302">
                  <c:v>3.5524590163899998</c:v>
                </c:pt>
                <c:pt idx="303">
                  <c:v>3.58852459016</c:v>
                </c:pt>
                <c:pt idx="304">
                  <c:v>3.6087140313799999</c:v>
                </c:pt>
                <c:pt idx="305">
                  <c:v>3.6426229508199999</c:v>
                </c:pt>
                <c:pt idx="306">
                  <c:v>3.6786885245900001</c:v>
                </c:pt>
                <c:pt idx="307">
                  <c:v>3.6967213114800002</c:v>
                </c:pt>
                <c:pt idx="308">
                  <c:v>3.7327868852499999</c:v>
                </c:pt>
                <c:pt idx="309">
                  <c:v>3.7688524590200001</c:v>
                </c:pt>
                <c:pt idx="310">
                  <c:v>3.7868852459000002</c:v>
                </c:pt>
                <c:pt idx="311">
                  <c:v>3.8229508196699999</c:v>
                </c:pt>
                <c:pt idx="312">
                  <c:v>3.8570105506000001</c:v>
                </c:pt>
                <c:pt idx="313">
                  <c:v>3.8770491803299998</c:v>
                </c:pt>
                <c:pt idx="314">
                  <c:v>3.9131147541</c:v>
                </c:pt>
                <c:pt idx="315">
                  <c:v>3.9435160529800002</c:v>
                </c:pt>
                <c:pt idx="316">
                  <c:v>3.9672131147499998</c:v>
                </c:pt>
                <c:pt idx="317">
                  <c:v>4.00327868852</c:v>
                </c:pt>
                <c:pt idx="318">
                  <c:v>4.0319617112900001</c:v>
                </c:pt>
                <c:pt idx="319">
                  <c:v>4.0573770491800003</c:v>
                </c:pt>
                <c:pt idx="320">
                  <c:v>4.0934426229499996</c:v>
                </c:pt>
                <c:pt idx="321">
                  <c:v>4.1223910396100001</c:v>
                </c:pt>
                <c:pt idx="322">
                  <c:v>4.1475409836099999</c:v>
                </c:pt>
                <c:pt idx="323">
                  <c:v>4.1836065573800001</c:v>
                </c:pt>
                <c:pt idx="324">
                  <c:v>4.2148485279100001</c:v>
                </c:pt>
                <c:pt idx="325">
                  <c:v>4.2377049180300004</c:v>
                </c:pt>
                <c:pt idx="326">
                  <c:v>4.2737704917999997</c:v>
                </c:pt>
                <c:pt idx="327">
                  <c:v>4.3093796640199997</c:v>
                </c:pt>
                <c:pt idx="328">
                  <c:v>4.32786885246</c:v>
                </c:pt>
                <c:pt idx="329">
                  <c:v>4.3639344262300002</c:v>
                </c:pt>
                <c:pt idx="330">
                  <c:v>4.4000000000000004</c:v>
                </c:pt>
                <c:pt idx="331">
                  <c:v>4.4180327868899996</c:v>
                </c:pt>
                <c:pt idx="332">
                  <c:v>4.4540983606599998</c:v>
                </c:pt>
                <c:pt idx="333">
                  <c:v>4.4901639344299999</c:v>
                </c:pt>
                <c:pt idx="334">
                  <c:v>4.50819672131</c:v>
                </c:pt>
                <c:pt idx="335">
                  <c:v>4.5442622950800002</c:v>
                </c:pt>
                <c:pt idx="336">
                  <c:v>4.5803278688500004</c:v>
                </c:pt>
                <c:pt idx="337">
                  <c:v>4.6058852782799997</c:v>
                </c:pt>
                <c:pt idx="338">
                  <c:v>4.6344262295099998</c:v>
                </c:pt>
                <c:pt idx="339">
                  <c:v>4.67049180328</c:v>
                </c:pt>
                <c:pt idx="340">
                  <c:v>4.7065573770500002</c:v>
                </c:pt>
                <c:pt idx="341">
                  <c:v>4.7245901639300003</c:v>
                </c:pt>
                <c:pt idx="342">
                  <c:v>4.7606557376999996</c:v>
                </c:pt>
                <c:pt idx="343">
                  <c:v>4.7967213114799998</c:v>
                </c:pt>
                <c:pt idx="344">
                  <c:v>4.8148048456200003</c:v>
                </c:pt>
                <c:pt idx="345">
                  <c:v>4.8508196721300001</c:v>
                </c:pt>
                <c:pt idx="346">
                  <c:v>4.8868852459000003</c:v>
                </c:pt>
                <c:pt idx="347">
                  <c:v>4.9227918750899997</c:v>
                </c:pt>
                <c:pt idx="348">
                  <c:v>4.9409836065599997</c:v>
                </c:pt>
                <c:pt idx="349">
                  <c:v>4.9770491803299999</c:v>
                </c:pt>
                <c:pt idx="350">
                  <c:v>5.0131147541000001</c:v>
                </c:pt>
                <c:pt idx="351">
                  <c:v>5.0332008508100001</c:v>
                </c:pt>
                <c:pt idx="352">
                  <c:v>5.0672131147500004</c:v>
                </c:pt>
                <c:pt idx="353">
                  <c:v>5.1032786885199997</c:v>
                </c:pt>
                <c:pt idx="354">
                  <c:v>5.1393442622999999</c:v>
                </c:pt>
                <c:pt idx="355">
                  <c:v>5.15737704918</c:v>
                </c:pt>
                <c:pt idx="356">
                  <c:v>5.1934426229500001</c:v>
                </c:pt>
                <c:pt idx="357">
                  <c:v>5.2295081967200003</c:v>
                </c:pt>
                <c:pt idx="358">
                  <c:v>5.2615031381100001</c:v>
                </c:pt>
                <c:pt idx="359">
                  <c:v>5.2836065573799997</c:v>
                </c:pt>
                <c:pt idx="360">
                  <c:v>5.3196721311499999</c:v>
                </c:pt>
                <c:pt idx="361">
                  <c:v>5.3557377049200001</c:v>
                </c:pt>
                <c:pt idx="362">
                  <c:v>5.3795087712900003</c:v>
                </c:pt>
                <c:pt idx="363">
                  <c:v>5.4098360655700004</c:v>
                </c:pt>
                <c:pt idx="364">
                  <c:v>5.4459016393399997</c:v>
                </c:pt>
                <c:pt idx="365">
                  <c:v>5.4819672131099999</c:v>
                </c:pt>
                <c:pt idx="366">
                  <c:v>5.5001610491799999</c:v>
                </c:pt>
                <c:pt idx="367">
                  <c:v>5.5360655737700002</c:v>
                </c:pt>
                <c:pt idx="368">
                  <c:v>5.5721311475400004</c:v>
                </c:pt>
                <c:pt idx="369">
                  <c:v>5.6081967213099997</c:v>
                </c:pt>
                <c:pt idx="370">
                  <c:v>5.6262295081999998</c:v>
                </c:pt>
                <c:pt idx="371">
                  <c:v>5.66229508197</c:v>
                </c:pt>
                <c:pt idx="372">
                  <c:v>5.6983606557400002</c:v>
                </c:pt>
                <c:pt idx="373">
                  <c:v>5.7344262295100004</c:v>
                </c:pt>
                <c:pt idx="374">
                  <c:v>5.7524590163899996</c:v>
                </c:pt>
                <c:pt idx="375">
                  <c:v>5.7885245901599998</c:v>
                </c:pt>
                <c:pt idx="376">
                  <c:v>5.82459016393</c:v>
                </c:pt>
                <c:pt idx="377">
                  <c:v>5.8606557377000001</c:v>
                </c:pt>
                <c:pt idx="378">
                  <c:v>5.8786885245900002</c:v>
                </c:pt>
                <c:pt idx="379">
                  <c:v>5.9147540983600004</c:v>
                </c:pt>
                <c:pt idx="380">
                  <c:v>5.9508196721299997</c:v>
                </c:pt>
                <c:pt idx="381">
                  <c:v>5.9868852458999999</c:v>
                </c:pt>
                <c:pt idx="382">
                  <c:v>6.0104439428600003</c:v>
                </c:pt>
                <c:pt idx="383">
                  <c:v>6.0409836065600002</c:v>
                </c:pt>
                <c:pt idx="384">
                  <c:v>6.0770491803300004</c:v>
                </c:pt>
                <c:pt idx="385">
                  <c:v>6.1131147540999997</c:v>
                </c:pt>
                <c:pt idx="386">
                  <c:v>6.1452469116200001</c:v>
                </c:pt>
                <c:pt idx="387">
                  <c:v>6.16721311475</c:v>
                </c:pt>
                <c:pt idx="388">
                  <c:v>6.2032786885200002</c:v>
                </c:pt>
                <c:pt idx="389">
                  <c:v>6.2393442623000004</c:v>
                </c:pt>
                <c:pt idx="390">
                  <c:v>6.2754098360699997</c:v>
                </c:pt>
                <c:pt idx="391">
                  <c:v>6.2934426229499998</c:v>
                </c:pt>
                <c:pt idx="392">
                  <c:v>6.32950819672</c:v>
                </c:pt>
                <c:pt idx="393">
                  <c:v>6.3655737704900002</c:v>
                </c:pt>
                <c:pt idx="394">
                  <c:v>6.4016393442600004</c:v>
                </c:pt>
                <c:pt idx="395">
                  <c:v>6.4239907900200004</c:v>
                </c:pt>
                <c:pt idx="396">
                  <c:v>6.4557377049199998</c:v>
                </c:pt>
                <c:pt idx="397">
                  <c:v>6.49180327869</c:v>
                </c:pt>
                <c:pt idx="398">
                  <c:v>6.5278688524600001</c:v>
                </c:pt>
                <c:pt idx="399">
                  <c:v>6.5639344262300003</c:v>
                </c:pt>
                <c:pt idx="400">
                  <c:v>6.5819672131100004</c:v>
                </c:pt>
                <c:pt idx="401">
                  <c:v>6.6180327868899997</c:v>
                </c:pt>
                <c:pt idx="402">
                  <c:v>6.6540983606599999</c:v>
                </c:pt>
                <c:pt idx="403">
                  <c:v>6.6901639344300001</c:v>
                </c:pt>
                <c:pt idx="404">
                  <c:v>6.7153782856599999</c:v>
                </c:pt>
                <c:pt idx="405">
                  <c:v>6.7442622950800004</c:v>
                </c:pt>
                <c:pt idx="406">
                  <c:v>6.7803278688499997</c:v>
                </c:pt>
                <c:pt idx="407">
                  <c:v>6.8163934426199999</c:v>
                </c:pt>
                <c:pt idx="408">
                  <c:v>6.8524590163900001</c:v>
                </c:pt>
                <c:pt idx="409">
                  <c:v>6.8704918032800002</c:v>
                </c:pt>
                <c:pt idx="410">
                  <c:v>6.9065573770500004</c:v>
                </c:pt>
                <c:pt idx="411">
                  <c:v>6.9426229508199997</c:v>
                </c:pt>
                <c:pt idx="412">
                  <c:v>6.9786885245899999</c:v>
                </c:pt>
                <c:pt idx="413">
                  <c:v>7.0147540983600001</c:v>
                </c:pt>
                <c:pt idx="414">
                  <c:v>7.0327868852500002</c:v>
                </c:pt>
                <c:pt idx="415">
                  <c:v>7.0688524590200004</c:v>
                </c:pt>
                <c:pt idx="416">
                  <c:v>7.1049180327899997</c:v>
                </c:pt>
                <c:pt idx="417">
                  <c:v>7.1409836065599999</c:v>
                </c:pt>
                <c:pt idx="418">
                  <c:v>7.1770491803300001</c:v>
                </c:pt>
                <c:pt idx="419">
                  <c:v>7.1950819672100002</c:v>
                </c:pt>
                <c:pt idx="420">
                  <c:v>7.2311475409800003</c:v>
                </c:pt>
                <c:pt idx="421">
                  <c:v>7.2672131147499996</c:v>
                </c:pt>
                <c:pt idx="422">
                  <c:v>7.3032786885199998</c:v>
                </c:pt>
                <c:pt idx="423">
                  <c:v>7.3384041630899999</c:v>
                </c:pt>
                <c:pt idx="424">
                  <c:v>7.3573770491800001</c:v>
                </c:pt>
                <c:pt idx="425">
                  <c:v>7.3934426229500003</c:v>
                </c:pt>
                <c:pt idx="426">
                  <c:v>7.4295081967199996</c:v>
                </c:pt>
                <c:pt idx="427">
                  <c:v>7.4655737704899998</c:v>
                </c:pt>
                <c:pt idx="428">
                  <c:v>7.50163934426</c:v>
                </c:pt>
                <c:pt idx="429">
                  <c:v>7.5196721311500001</c:v>
                </c:pt>
                <c:pt idx="430">
                  <c:v>7.5557377049200003</c:v>
                </c:pt>
                <c:pt idx="431">
                  <c:v>7.5918032786899996</c:v>
                </c:pt>
                <c:pt idx="432">
                  <c:v>7.6278688524599998</c:v>
                </c:pt>
                <c:pt idx="433">
                  <c:v>7.66393442623</c:v>
                </c:pt>
                <c:pt idx="434">
                  <c:v>7.6819672131100001</c:v>
                </c:pt>
                <c:pt idx="435">
                  <c:v>7.7180327868900003</c:v>
                </c:pt>
                <c:pt idx="436">
                  <c:v>7.7540983606599996</c:v>
                </c:pt>
                <c:pt idx="437">
                  <c:v>7.7901639344299998</c:v>
                </c:pt>
                <c:pt idx="438">
                  <c:v>7.8262295082</c:v>
                </c:pt>
                <c:pt idx="439">
                  <c:v>7.8442622950800001</c:v>
                </c:pt>
                <c:pt idx="440">
                  <c:v>7.8803278688500003</c:v>
                </c:pt>
                <c:pt idx="441">
                  <c:v>7.9163934426200004</c:v>
                </c:pt>
                <c:pt idx="442">
                  <c:v>7.9524590163899997</c:v>
                </c:pt>
                <c:pt idx="443">
                  <c:v>7.9885245901599999</c:v>
                </c:pt>
                <c:pt idx="444">
                  <c:v>8.0192318839199999</c:v>
                </c:pt>
                <c:pt idx="445">
                  <c:v>8.0426229508200002</c:v>
                </c:pt>
                <c:pt idx="446">
                  <c:v>8.0786885245899995</c:v>
                </c:pt>
                <c:pt idx="447">
                  <c:v>8.1147540983600006</c:v>
                </c:pt>
                <c:pt idx="448">
                  <c:v>8.1508196721299999</c:v>
                </c:pt>
                <c:pt idx="449">
                  <c:v>8.1868852458999992</c:v>
                </c:pt>
                <c:pt idx="450">
                  <c:v>8.2049180327899993</c:v>
                </c:pt>
                <c:pt idx="451">
                  <c:v>8.2409836065600004</c:v>
                </c:pt>
                <c:pt idx="452">
                  <c:v>8.2770491803299997</c:v>
                </c:pt>
                <c:pt idx="453">
                  <c:v>8.3131147541000008</c:v>
                </c:pt>
                <c:pt idx="454">
                  <c:v>8.3491803278700001</c:v>
                </c:pt>
                <c:pt idx="455">
                  <c:v>8.3829783418399995</c:v>
                </c:pt>
                <c:pt idx="456">
                  <c:v>8.4032786885200004</c:v>
                </c:pt>
                <c:pt idx="457">
                  <c:v>8.4393442623000006</c:v>
                </c:pt>
                <c:pt idx="458">
                  <c:v>8.4754098360699999</c:v>
                </c:pt>
                <c:pt idx="459">
                  <c:v>8.5114754098399992</c:v>
                </c:pt>
                <c:pt idx="460">
                  <c:v>8.5475409836100003</c:v>
                </c:pt>
                <c:pt idx="461">
                  <c:v>8.5709928010500001</c:v>
                </c:pt>
                <c:pt idx="462">
                  <c:v>8.6016393442600005</c:v>
                </c:pt>
                <c:pt idx="463">
                  <c:v>8.6377049180299998</c:v>
                </c:pt>
                <c:pt idx="464">
                  <c:v>8.6737704917999991</c:v>
                </c:pt>
                <c:pt idx="465">
                  <c:v>8.7098360655700002</c:v>
                </c:pt>
                <c:pt idx="466">
                  <c:v>8.7459016393399995</c:v>
                </c:pt>
                <c:pt idx="467">
                  <c:v>8.7639344262299996</c:v>
                </c:pt>
                <c:pt idx="468">
                  <c:v>8.8000000000000007</c:v>
                </c:pt>
                <c:pt idx="469">
                  <c:v>8.83606557377</c:v>
                </c:pt>
                <c:pt idx="470">
                  <c:v>8.8721311475399993</c:v>
                </c:pt>
                <c:pt idx="471">
                  <c:v>8.9081967213100004</c:v>
                </c:pt>
                <c:pt idx="472">
                  <c:v>8.9442622950799997</c:v>
                </c:pt>
                <c:pt idx="473">
                  <c:v>8.9622950819699998</c:v>
                </c:pt>
                <c:pt idx="474">
                  <c:v>8.9983606557400009</c:v>
                </c:pt>
                <c:pt idx="475">
                  <c:v>9.0344262295100002</c:v>
                </c:pt>
                <c:pt idx="476">
                  <c:v>9.0704918032799995</c:v>
                </c:pt>
                <c:pt idx="477">
                  <c:v>9.1065573770500006</c:v>
                </c:pt>
                <c:pt idx="478">
                  <c:v>9.1426229508199999</c:v>
                </c:pt>
                <c:pt idx="479">
                  <c:v>9.1607174675900005</c:v>
                </c:pt>
                <c:pt idx="480">
                  <c:v>9.1967213114799993</c:v>
                </c:pt>
                <c:pt idx="481">
                  <c:v>9.2327868852500004</c:v>
                </c:pt>
                <c:pt idx="482">
                  <c:v>9.2688524590199997</c:v>
                </c:pt>
                <c:pt idx="483">
                  <c:v>9.3049180327900007</c:v>
                </c:pt>
                <c:pt idx="484">
                  <c:v>9.34098360656</c:v>
                </c:pt>
                <c:pt idx="485">
                  <c:v>9.3661751546400005</c:v>
                </c:pt>
                <c:pt idx="486">
                  <c:v>9.3950819672100003</c:v>
                </c:pt>
                <c:pt idx="487">
                  <c:v>9.4311475409799996</c:v>
                </c:pt>
                <c:pt idx="488">
                  <c:v>9.4672131147500007</c:v>
                </c:pt>
                <c:pt idx="489">
                  <c:v>9.50327868852</c:v>
                </c:pt>
                <c:pt idx="490">
                  <c:v>9.5393442623000002</c:v>
                </c:pt>
                <c:pt idx="491">
                  <c:v>9.5754098360699995</c:v>
                </c:pt>
                <c:pt idx="492">
                  <c:v>9.5934426229500005</c:v>
                </c:pt>
                <c:pt idx="493">
                  <c:v>9.6295081967199998</c:v>
                </c:pt>
                <c:pt idx="494">
                  <c:v>9.6655737704900009</c:v>
                </c:pt>
                <c:pt idx="495">
                  <c:v>9.7016393442600002</c:v>
                </c:pt>
                <c:pt idx="496">
                  <c:v>9.7377049180299995</c:v>
                </c:pt>
                <c:pt idx="497">
                  <c:v>9.7737704918000006</c:v>
                </c:pt>
                <c:pt idx="498">
                  <c:v>9.7918032786900007</c:v>
                </c:pt>
                <c:pt idx="499">
                  <c:v>9.82786885246</c:v>
                </c:pt>
                <c:pt idx="500">
                  <c:v>9.8639344262299993</c:v>
                </c:pt>
                <c:pt idx="501">
                  <c:v>9.9</c:v>
                </c:pt>
              </c:numCache>
            </c:numRef>
          </c:xVal>
          <c:yVal>
            <c:numRef>
              <c:f>'Chart Data'!$D$2:$D$503</c:f>
              <c:numCache>
                <c:formatCode>#,##0</c:formatCode>
                <c:ptCount val="502"/>
                <c:pt idx="0">
                  <c:v>0</c:v>
                </c:pt>
                <c:pt idx="1">
                  <c:v>1.06924379563E-2</c:v>
                </c:pt>
                <c:pt idx="2">
                  <c:v>1.1681983940199999E-2</c:v>
                </c:pt>
                <c:pt idx="3">
                  <c:v>1.2762987331399999E-2</c:v>
                </c:pt>
                <c:pt idx="4">
                  <c:v>1.39438837066E-2</c:v>
                </c:pt>
                <c:pt idx="5">
                  <c:v>1.52338842508E-2</c:v>
                </c:pt>
                <c:pt idx="6">
                  <c:v>1.66430467216E-2</c:v>
                </c:pt>
                <c:pt idx="7">
                  <c:v>1.8182352859900001E-2</c:v>
                </c:pt>
                <c:pt idx="8">
                  <c:v>1.9863792821500002E-2</c:v>
                </c:pt>
                <c:pt idx="9">
                  <c:v>2.1700457259400001E-2</c:v>
                </c:pt>
                <c:pt idx="10">
                  <c:v>2.3706637741999999E-2</c:v>
                </c:pt>
                <c:pt idx="11">
                  <c:v>2.58979362497E-2</c:v>
                </c:pt>
                <c:pt idx="12">
                  <c:v>2.8291384561699998E-2</c:v>
                </c:pt>
                <c:pt idx="13">
                  <c:v>3.0905574408699999E-2</c:v>
                </c:pt>
                <c:pt idx="14">
                  <c:v>3.3760799348999997E-2</c:v>
                </c:pt>
                <c:pt idx="15">
                  <c:v>3.6879209408700001E-2</c:v>
                </c:pt>
                <c:pt idx="16">
                  <c:v>4.0284979609899997E-2</c:v>
                </c:pt>
                <c:pt idx="17">
                  <c:v>4.40044936158E-2</c:v>
                </c:pt>
                <c:pt idx="18">
                  <c:v>4.80665438156E-2</c:v>
                </c:pt>
                <c:pt idx="19">
                  <c:v>5.25025492998E-2</c:v>
                </c:pt>
                <c:pt idx="20">
                  <c:v>5.7346793287500003E-2</c:v>
                </c:pt>
                <c:pt idx="21">
                  <c:v>6.2636681698499994E-2</c:v>
                </c:pt>
                <c:pt idx="22">
                  <c:v>6.8413024717500007E-2</c:v>
                </c:pt>
                <c:pt idx="23">
                  <c:v>7.4720343339299999E-2</c:v>
                </c:pt>
                <c:pt idx="24">
                  <c:v>8.1607203054100005E-2</c:v>
                </c:pt>
                <c:pt idx="25">
                  <c:v>8.9126577010799998E-2</c:v>
                </c:pt>
                <c:pt idx="26">
                  <c:v>9.7336241189900002E-2</c:v>
                </c:pt>
                <c:pt idx="27">
                  <c:v>0.106299204321</c:v>
                </c:pt>
                <c:pt idx="28">
                  <c:v>0.11608417549699999</c:v>
                </c:pt>
                <c:pt idx="29">
                  <c:v>0.12676607269699999</c:v>
                </c:pt>
                <c:pt idx="30">
                  <c:v>0.13842657564300001</c:v>
                </c:pt>
                <c:pt idx="31">
                  <c:v>0.151154726746</c:v>
                </c:pt>
                <c:pt idx="32">
                  <c:v>0.165047584128</c:v>
                </c:pt>
                <c:pt idx="33">
                  <c:v>0.18021093107700001</c:v>
                </c:pt>
                <c:pt idx="34">
                  <c:v>0.19676004657099999</c:v>
                </c:pt>
                <c:pt idx="35">
                  <c:v>0.214820541915</c:v>
                </c:pt>
                <c:pt idx="36">
                  <c:v>0.234529268865</c:v>
                </c:pt>
                <c:pt idx="37">
                  <c:v>0.25603530505099997</c:v>
                </c:pt>
                <c:pt idx="38">
                  <c:v>0.27950102291599999</c:v>
                </c:pt>
                <c:pt idx="39">
                  <c:v>0.30510324884200002</c:v>
                </c:pt>
                <c:pt idx="40">
                  <c:v>0.333034519626</c:v>
                </c:pt>
                <c:pt idx="41">
                  <c:v>0.363504443929</c:v>
                </c:pt>
                <c:pt idx="42">
                  <c:v>0.39674117691600003</c:v>
                </c:pt>
                <c:pt idx="43">
                  <c:v>0.43299301677000002</c:v>
                </c:pt>
                <c:pt idx="44">
                  <c:v>0.47253013242699998</c:v>
                </c:pt>
                <c:pt idx="45">
                  <c:v>0.51564643240899999</c:v>
                </c:pt>
                <c:pt idx="46">
                  <c:v>0.56266158530699995</c:v>
                </c:pt>
                <c:pt idx="47">
                  <c:v>0.61392320307000003</c:v>
                </c:pt>
                <c:pt idx="48">
                  <c:v>0.66980919894500002</c:v>
                </c:pt>
                <c:pt idx="49">
                  <c:v>0.73073033258300002</c:v>
                </c:pt>
                <c:pt idx="50">
                  <c:v>0.79713295549700003</c:v>
                </c:pt>
                <c:pt idx="51">
                  <c:v>0.86950197077900004</c:v>
                </c:pt>
                <c:pt idx="52">
                  <c:v>0.94836402165199996</c:v>
                </c:pt>
                <c:pt idx="53">
                  <c:v>1.03429092414</c:v>
                </c:pt>
                <c:pt idx="54">
                  <c:v>1.1279033597699999</c:v>
                </c:pt>
                <c:pt idx="55">
                  <c:v>1.2298748449300001</c:v>
                </c:pt>
                <c:pt idx="56">
                  <c:v>1.3409359940600001</c:v>
                </c:pt>
                <c:pt idx="57">
                  <c:v>1.46187909438</c:v>
                </c:pt>
                <c:pt idx="58">
                  <c:v>1.59356301048</c:v>
                </c:pt>
                <c:pt idx="59">
                  <c:v>1.7369184373</c:v>
                </c:pt>
                <c:pt idx="60">
                  <c:v>1.8929535205300001</c:v>
                </c:pt>
                <c:pt idx="61">
                  <c:v>2.0627598635000002</c:v>
                </c:pt>
                <c:pt idx="62">
                  <c:v>2.2475189395999999</c:v>
                </c:pt>
                <c:pt idx="63">
                  <c:v>2.44850892936</c:v>
                </c:pt>
                <c:pt idx="64">
                  <c:v>2.66711200052</c:v>
                </c:pt>
                <c:pt idx="65">
                  <c:v>2.9048220492099999</c:v>
                </c:pt>
                <c:pt idx="66">
                  <c:v>3.1632529190700001</c:v>
                </c:pt>
                <c:pt idx="67">
                  <c:v>3.4441471141900002</c:v>
                </c:pt>
                <c:pt idx="68">
                  <c:v>3.7493850197</c:v>
                </c:pt>
                <c:pt idx="69">
                  <c:v>4.0809946422900003</c:v>
                </c:pt>
                <c:pt idx="70">
                  <c:v>4.4411618796900001</c:v>
                </c:pt>
                <c:pt idx="71">
                  <c:v>4.8322413257200001</c:v>
                </c:pt>
                <c:pt idx="72">
                  <c:v>5.2567676131700001</c:v>
                </c:pt>
                <c:pt idx="73">
                  <c:v>5.7174672927300003</c:v>
                </c:pt>
                <c:pt idx="74">
                  <c:v>6.2172712408199997</c:v>
                </c:pt>
                <c:pt idx="75">
                  <c:v>6.7593275834200002</c:v>
                </c:pt>
                <c:pt idx="76">
                  <c:v>7.3470151157499997</c:v>
                </c:pt>
                <c:pt idx="77">
                  <c:v>7.9839571903</c:v>
                </c:pt>
                <c:pt idx="78">
                  <c:v>8.6740360365600004</c:v>
                </c:pt>
                <c:pt idx="79">
                  <c:v>9.4214074659900007</c:v>
                </c:pt>
                <c:pt idx="80">
                  <c:v>10.230515904800001</c:v>
                </c:pt>
                <c:pt idx="81">
                  <c:v>11.106109685</c:v>
                </c:pt>
                <c:pt idx="82">
                  <c:v>11.617009791699999</c:v>
                </c:pt>
                <c:pt idx="83">
                  <c:v>12.555337125599999</c:v>
                </c:pt>
                <c:pt idx="84">
                  <c:v>13.620052334</c:v>
                </c:pt>
                <c:pt idx="85">
                  <c:v>14.7704889823</c:v>
                </c:pt>
                <c:pt idx="86">
                  <c:v>16.012954419900002</c:v>
                </c:pt>
                <c:pt idx="87">
                  <c:v>17.3541441307</c:v>
                </c:pt>
                <c:pt idx="88">
                  <c:v>18.801155968300002</c:v>
                </c:pt>
                <c:pt idx="89">
                  <c:v>20.361503620499999</c:v>
                </c:pt>
                <c:pt idx="90">
                  <c:v>22.043129085699999</c:v>
                </c:pt>
                <c:pt idx="91">
                  <c:v>23.854413922500001</c:v>
                </c:pt>
                <c:pt idx="92">
                  <c:v>25.8041890127</c:v>
                </c:pt>
                <c:pt idx="93">
                  <c:v>27.901742558399999</c:v>
                </c:pt>
                <c:pt idx="94">
                  <c:v>30.1568260154</c:v>
                </c:pt>
                <c:pt idx="95">
                  <c:v>32.579657645899999</c:v>
                </c:pt>
                <c:pt idx="96">
                  <c:v>35.180923360000001</c:v>
                </c:pt>
                <c:pt idx="97">
                  <c:v>37.971774504300001</c:v>
                </c:pt>
                <c:pt idx="98">
                  <c:v>39.966790451199998</c:v>
                </c:pt>
                <c:pt idx="99">
                  <c:v>42.539046834200001</c:v>
                </c:pt>
                <c:pt idx="100">
                  <c:v>45.855642179500002</c:v>
                </c:pt>
                <c:pt idx="101">
                  <c:v>49.404402011400002</c:v>
                </c:pt>
                <c:pt idx="102">
                  <c:v>53.198445205100001</c:v>
                </c:pt>
                <c:pt idx="103">
                  <c:v>57.251273675</c:v>
                </c:pt>
                <c:pt idx="104">
                  <c:v>61.5767419214</c:v>
                </c:pt>
                <c:pt idx="105">
                  <c:v>66.189021105600006</c:v>
                </c:pt>
                <c:pt idx="106">
                  <c:v>71.102557454299998</c:v>
                </c:pt>
                <c:pt idx="107">
                  <c:v>76.332024855100002</c:v>
                </c:pt>
                <c:pt idx="108">
                  <c:v>79.0698675485</c:v>
                </c:pt>
                <c:pt idx="109">
                  <c:v>84.8011104996</c:v>
                </c:pt>
                <c:pt idx="110">
                  <c:v>90.885601144800006</c:v>
                </c:pt>
                <c:pt idx="111">
                  <c:v>97.338352347699995</c:v>
                </c:pt>
                <c:pt idx="112">
                  <c:v>104.17431957399999</c:v>
                </c:pt>
                <c:pt idx="113">
                  <c:v>111.408322691</c:v>
                </c:pt>
                <c:pt idx="114">
                  <c:v>119.054963188</c:v>
                </c:pt>
                <c:pt idx="115">
                  <c:v>123.037504427</c:v>
                </c:pt>
                <c:pt idx="116">
                  <c:v>131.329786762</c:v>
                </c:pt>
                <c:pt idx="117">
                  <c:v>140.06967759299999</c:v>
                </c:pt>
                <c:pt idx="118">
                  <c:v>149.27031139799999</c:v>
                </c:pt>
                <c:pt idx="119">
                  <c:v>158.94419361199999</c:v>
                </c:pt>
                <c:pt idx="120">
                  <c:v>167.340341413</c:v>
                </c:pt>
                <c:pt idx="121">
                  <c:v>174.36790954099999</c:v>
                </c:pt>
                <c:pt idx="122">
                  <c:v>185.274645591</c:v>
                </c:pt>
                <c:pt idx="123">
                  <c:v>196.692091753</c:v>
                </c:pt>
                <c:pt idx="124">
                  <c:v>208.62877598599999</c:v>
                </c:pt>
                <c:pt idx="125">
                  <c:v>214.79419262600001</c:v>
                </c:pt>
                <c:pt idx="126">
                  <c:v>227.52324762699999</c:v>
                </c:pt>
                <c:pt idx="127">
                  <c:v>240.78778370699999</c:v>
                </c:pt>
                <c:pt idx="128">
                  <c:v>254.59207691500001</c:v>
                </c:pt>
                <c:pt idx="129">
                  <c:v>261.697596938</c:v>
                </c:pt>
                <c:pt idx="130">
                  <c:v>276.31654156399998</c:v>
                </c:pt>
                <c:pt idx="131">
                  <c:v>291.47984108600002</c:v>
                </c:pt>
                <c:pt idx="132">
                  <c:v>305.98933959800002</c:v>
                </c:pt>
                <c:pt idx="133">
                  <c:v>315.24343879100002</c:v>
                </c:pt>
                <c:pt idx="134">
                  <c:v>331.76106437999999</c:v>
                </c:pt>
                <c:pt idx="135">
                  <c:v>348.81370089500001</c:v>
                </c:pt>
                <c:pt idx="136">
                  <c:v>357.53875932199998</c:v>
                </c:pt>
                <c:pt idx="137">
                  <c:v>375.38167971899998</c:v>
                </c:pt>
                <c:pt idx="138">
                  <c:v>388.636363636</c:v>
                </c:pt>
                <c:pt idx="139">
                  <c:v>392.90711464200001</c:v>
                </c:pt>
                <c:pt idx="140">
                  <c:v>403.11089796499999</c:v>
                </c:pt>
                <c:pt idx="141">
                  <c:v>422.22442220200003</c:v>
                </c:pt>
                <c:pt idx="142">
                  <c:v>434.00010488999999</c:v>
                </c:pt>
                <c:pt idx="143">
                  <c:v>451.80314878199999</c:v>
                </c:pt>
                <c:pt idx="144">
                  <c:v>472.10561748100002</c:v>
                </c:pt>
                <c:pt idx="145">
                  <c:v>482.425417337</c:v>
                </c:pt>
                <c:pt idx="146">
                  <c:v>503.390243779</c:v>
                </c:pt>
                <c:pt idx="147">
                  <c:v>514.03014260999998</c:v>
                </c:pt>
                <c:pt idx="148">
                  <c:v>535.61115400899996</c:v>
                </c:pt>
                <c:pt idx="149">
                  <c:v>547.42767048600001</c:v>
                </c:pt>
                <c:pt idx="150">
                  <c:v>568.69057236200001</c:v>
                </c:pt>
                <c:pt idx="151">
                  <c:v>582.03933111499998</c:v>
                </c:pt>
                <c:pt idx="152">
                  <c:v>602.54006840800002</c:v>
                </c:pt>
                <c:pt idx="153">
                  <c:v>615.130792961</c:v>
                </c:pt>
                <c:pt idx="154">
                  <c:v>637.06007599099996</c:v>
                </c:pt>
                <c:pt idx="155">
                  <c:v>648.69688070999996</c:v>
                </c:pt>
                <c:pt idx="156">
                  <c:v>672.139471286</c:v>
                </c:pt>
                <c:pt idx="157">
                  <c:v>683.936000552</c:v>
                </c:pt>
                <c:pt idx="158">
                  <c:v>705.85169831899998</c:v>
                </c:pt>
                <c:pt idx="159">
                  <c:v>719.56787748800002</c:v>
                </c:pt>
                <c:pt idx="160">
                  <c:v>733.43263680799998</c:v>
                </c:pt>
                <c:pt idx="161">
                  <c:v>755.45361574399999</c:v>
                </c:pt>
                <c:pt idx="162">
                  <c:v>767.446247008</c:v>
                </c:pt>
                <c:pt idx="163">
                  <c:v>784.93994643600001</c:v>
                </c:pt>
                <c:pt idx="164">
                  <c:v>803.43435351400001</c:v>
                </c:pt>
                <c:pt idx="165">
                  <c:v>815.41341028299996</c:v>
                </c:pt>
                <c:pt idx="166">
                  <c:v>831.92269543500004</c:v>
                </c:pt>
                <c:pt idx="167">
                  <c:v>851.21067835600002</c:v>
                </c:pt>
                <c:pt idx="168">
                  <c:v>863.07456073599997</c:v>
                </c:pt>
                <c:pt idx="169">
                  <c:v>874.89298177199998</c:v>
                </c:pt>
                <c:pt idx="170">
                  <c:v>894.75705904300003</c:v>
                </c:pt>
                <c:pt idx="171">
                  <c:v>910.00674105899998</c:v>
                </c:pt>
                <c:pt idx="172">
                  <c:v>921.57427299799997</c:v>
                </c:pt>
                <c:pt idx="173">
                  <c:v>933.06155236200004</c:v>
                </c:pt>
                <c:pt idx="174">
                  <c:v>949.46304238100004</c:v>
                </c:pt>
                <c:pt idx="175">
                  <c:v>966.07484050899996</c:v>
                </c:pt>
                <c:pt idx="176">
                  <c:v>978.06646166500002</c:v>
                </c:pt>
                <c:pt idx="177">
                  <c:v>989.04625921700006</c:v>
                </c:pt>
                <c:pt idx="178">
                  <c:v>999.90343127300002</c:v>
                </c:pt>
                <c:pt idx="179">
                  <c:v>1011.52940761</c:v>
                </c:pt>
                <c:pt idx="180">
                  <c:v>1025.32712122</c:v>
                </c:pt>
                <c:pt idx="181">
                  <c:v>1038.49765443</c:v>
                </c:pt>
                <c:pt idx="182">
                  <c:v>1051.0688646599999</c:v>
                </c:pt>
                <c:pt idx="183">
                  <c:v>1062.0892582199999</c:v>
                </c:pt>
                <c:pt idx="184">
                  <c:v>1071.8993369899999</c:v>
                </c:pt>
                <c:pt idx="185">
                  <c:v>1081.53440062</c:v>
                </c:pt>
                <c:pt idx="186">
                  <c:v>1090.9886016600001</c:v>
                </c:pt>
                <c:pt idx="187">
                  <c:v>1100.2563055200001</c:v>
                </c:pt>
                <c:pt idx="188">
                  <c:v>1109.3321073899999</c:v>
                </c:pt>
                <c:pt idx="189">
                  <c:v>1118.21084881</c:v>
                </c:pt>
                <c:pt idx="190">
                  <c:v>1126.8876339399999</c:v>
                </c:pt>
                <c:pt idx="191">
                  <c:v>1135.35784528</c:v>
                </c:pt>
                <c:pt idx="192">
                  <c:v>1143.6171589400001</c:v>
                </c:pt>
                <c:pt idx="193">
                  <c:v>1151.66155912</c:v>
                </c:pt>
                <c:pt idx="194">
                  <c:v>1159.48735203</c:v>
                </c:pt>
                <c:pt idx="195">
                  <c:v>1165.90909091</c:v>
                </c:pt>
                <c:pt idx="196">
                  <c:v>1167.0911787800001</c:v>
                </c:pt>
                <c:pt idx="197">
                  <c:v>1174.47002744</c:v>
                </c:pt>
                <c:pt idx="198">
                  <c:v>1181.6212440899999</c:v>
                </c:pt>
                <c:pt idx="199">
                  <c:v>1188.54254266</c:v>
                </c:pt>
                <c:pt idx="200">
                  <c:v>1194.8484918500001</c:v>
                </c:pt>
                <c:pt idx="201">
                  <c:v>1200.21745745</c:v>
                </c:pt>
                <c:pt idx="202">
                  <c:v>1205.3336597699999</c:v>
                </c:pt>
                <c:pt idx="203">
                  <c:v>1210.20832842</c:v>
                </c:pt>
                <c:pt idx="204">
                  <c:v>1214.85219428</c:v>
                </c:pt>
                <c:pt idx="205">
                  <c:v>1219.64698391</c:v>
                </c:pt>
                <c:pt idx="206">
                  <c:v>1225.16229041</c:v>
                </c:pt>
                <c:pt idx="207">
                  <c:v>1230.4425325499999</c:v>
                </c:pt>
                <c:pt idx="208">
                  <c:v>1234.95285975</c:v>
                </c:pt>
                <c:pt idx="209">
                  <c:v>1238.4119979500001</c:v>
                </c:pt>
                <c:pt idx="210">
                  <c:v>1241.70322659</c:v>
                </c:pt>
                <c:pt idx="211">
                  <c:v>1244.8833450899999</c:v>
                </c:pt>
                <c:pt idx="212">
                  <c:v>1249.23574622</c:v>
                </c:pt>
                <c:pt idx="213">
                  <c:v>1253.3333818999999</c:v>
                </c:pt>
                <c:pt idx="214">
                  <c:v>1255.8905666400001</c:v>
                </c:pt>
                <c:pt idx="215">
                  <c:v>1258.3199217399999</c:v>
                </c:pt>
                <c:pt idx="216">
                  <c:v>1260.94267158</c:v>
                </c:pt>
                <c:pt idx="217">
                  <c:v>1264.4051988599999</c:v>
                </c:pt>
                <c:pt idx="218">
                  <c:v>1266.8689452199999</c:v>
                </c:pt>
                <c:pt idx="219">
                  <c:v>1268.73948406</c:v>
                </c:pt>
                <c:pt idx="220">
                  <c:v>1270.69259992</c:v>
                </c:pt>
                <c:pt idx="221">
                  <c:v>1273.5258737900001</c:v>
                </c:pt>
                <c:pt idx="222">
                  <c:v>1275.2908190600001</c:v>
                </c:pt>
                <c:pt idx="223">
                  <c:v>1276.71617227</c:v>
                </c:pt>
                <c:pt idx="224">
                  <c:v>1278.5945873799999</c:v>
                </c:pt>
                <c:pt idx="225">
                  <c:v>1280.5407293200001</c:v>
                </c:pt>
                <c:pt idx="226">
                  <c:v>1281.67606583</c:v>
                </c:pt>
                <c:pt idx="227">
                  <c:v>1282.89962758</c:v>
                </c:pt>
                <c:pt idx="228">
                  <c:v>1284.70567499</c:v>
                </c:pt>
                <c:pt idx="229">
                  <c:v>1285.59923759</c:v>
                </c:pt>
                <c:pt idx="230">
                  <c:v>1286.4838414200001</c:v>
                </c:pt>
                <c:pt idx="231">
                  <c:v>1287.96614778</c:v>
                </c:pt>
                <c:pt idx="232">
                  <c:v>1288.6581629499999</c:v>
                </c:pt>
                <c:pt idx="233">
                  <c:v>1289.3924860100001</c:v>
                </c:pt>
                <c:pt idx="234">
                  <c:v>1290.4726477700001</c:v>
                </c:pt>
                <c:pt idx="235">
                  <c:v>1290.99665766</c:v>
                </c:pt>
                <c:pt idx="236">
                  <c:v>1291.6724231400001</c:v>
                </c:pt>
                <c:pt idx="237">
                  <c:v>1292.35066689</c:v>
                </c:pt>
                <c:pt idx="238">
                  <c:v>1292.73464008</c:v>
                </c:pt>
                <c:pt idx="239">
                  <c:v>1293.3713029</c:v>
                </c:pt>
                <c:pt idx="240">
                  <c:v>1293.70484446</c:v>
                </c:pt>
                <c:pt idx="241">
                  <c:v>1294.0177538099999</c:v>
                </c:pt>
                <c:pt idx="242">
                  <c:v>1294.4297632600001</c:v>
                </c:pt>
                <c:pt idx="243">
                  <c:v>1294.6224321899999</c:v>
                </c:pt>
                <c:pt idx="244">
                  <c:v>1294.93414332</c:v>
                </c:pt>
                <c:pt idx="245">
                  <c:v>1295.0683512099999</c:v>
                </c:pt>
                <c:pt idx="246">
                  <c:v>1295.21563773</c:v>
                </c:pt>
                <c:pt idx="247">
                  <c:v>1295.3359925499999</c:v>
                </c:pt>
                <c:pt idx="248">
                  <c:v>1295.38961791</c:v>
                </c:pt>
                <c:pt idx="249">
                  <c:v>1295.44815988</c:v>
                </c:pt>
                <c:pt idx="250">
                  <c:v>1295.4545454500001</c:v>
                </c:pt>
                <c:pt idx="251">
                  <c:v>1295.4545147199999</c:v>
                </c:pt>
                <c:pt idx="252">
                  <c:v>1295.42475135</c:v>
                </c:pt>
                <c:pt idx="253">
                  <c:v>1295.38988814</c:v>
                </c:pt>
                <c:pt idx="254">
                  <c:v>1295.29289907</c:v>
                </c:pt>
                <c:pt idx="255">
                  <c:v>1295.2123298700001</c:v>
                </c:pt>
                <c:pt idx="256">
                  <c:v>1295.0762226100001</c:v>
                </c:pt>
                <c:pt idx="257">
                  <c:v>1294.9363175999999</c:v>
                </c:pt>
                <c:pt idx="258">
                  <c:v>1294.77499347</c:v>
                </c:pt>
                <c:pt idx="259">
                  <c:v>1294.57448432</c:v>
                </c:pt>
                <c:pt idx="260">
                  <c:v>1294.39378154</c:v>
                </c:pt>
                <c:pt idx="261">
                  <c:v>1294.1378534</c:v>
                </c:pt>
                <c:pt idx="262">
                  <c:v>1293.93693871</c:v>
                </c:pt>
                <c:pt idx="263">
                  <c:v>1293.63604362</c:v>
                </c:pt>
                <c:pt idx="264">
                  <c:v>1293.4085911</c:v>
                </c:pt>
                <c:pt idx="265">
                  <c:v>1293.07744819</c:v>
                </c:pt>
                <c:pt idx="266">
                  <c:v>1292.8126329900001</c:v>
                </c:pt>
                <c:pt idx="267">
                  <c:v>1292.4693908500001</c:v>
                </c:pt>
                <c:pt idx="268">
                  <c:v>1292.1527226400001</c:v>
                </c:pt>
                <c:pt idx="269">
                  <c:v>1291.8182621799999</c:v>
                </c:pt>
                <c:pt idx="270">
                  <c:v>1291.43227974</c:v>
                </c:pt>
                <c:pt idx="271">
                  <c:v>1291.12963844</c:v>
                </c:pt>
                <c:pt idx="272">
                  <c:v>1290.6544845599999</c:v>
                </c:pt>
                <c:pt idx="273">
                  <c:v>1290.4083853499999</c:v>
                </c:pt>
                <c:pt idx="274">
                  <c:v>1289.91154226</c:v>
                </c:pt>
                <c:pt idx="275">
                  <c:v>1289.6587486400001</c:v>
                </c:pt>
                <c:pt idx="276">
                  <c:v>1289.14507177</c:v>
                </c:pt>
                <c:pt idx="277">
                  <c:v>1288.88443302</c:v>
                </c:pt>
                <c:pt idx="278">
                  <c:v>1288.35612601</c:v>
                </c:pt>
                <c:pt idx="279">
                  <c:v>1288.0052224999999</c:v>
                </c:pt>
                <c:pt idx="280">
                  <c:v>1287.54765681</c:v>
                </c:pt>
                <c:pt idx="281">
                  <c:v>1287.02508889</c:v>
                </c:pt>
                <c:pt idx="282">
                  <c:v>1286.7222397999999</c:v>
                </c:pt>
                <c:pt idx="283">
                  <c:v>1286.1636684</c:v>
                </c:pt>
                <c:pt idx="284">
                  <c:v>1285.8821224200001</c:v>
                </c:pt>
                <c:pt idx="285">
                  <c:v>1285.31485634</c:v>
                </c:pt>
                <c:pt idx="286">
                  <c:v>1284.9317302699999</c:v>
                </c:pt>
                <c:pt idx="287">
                  <c:v>1284.4544713600001</c:v>
                </c:pt>
                <c:pt idx="288">
                  <c:v>1283.87523203</c:v>
                </c:pt>
                <c:pt idx="289">
                  <c:v>1283.5840758899999</c:v>
                </c:pt>
                <c:pt idx="290">
                  <c:v>1282.9989315</c:v>
                </c:pt>
                <c:pt idx="291">
                  <c:v>1282.67194247</c:v>
                </c:pt>
                <c:pt idx="292">
                  <c:v>1282.1147946799999</c:v>
                </c:pt>
                <c:pt idx="293">
                  <c:v>1281.5215589300001</c:v>
                </c:pt>
                <c:pt idx="294">
                  <c:v>1281.2239077500001</c:v>
                </c:pt>
                <c:pt idx="295">
                  <c:v>1280.6267062300001</c:v>
                </c:pt>
                <c:pt idx="296">
                  <c:v>1280.2562114499999</c:v>
                </c:pt>
                <c:pt idx="297">
                  <c:v>1279.7266148399999</c:v>
                </c:pt>
                <c:pt idx="298">
                  <c:v>1279.12402049</c:v>
                </c:pt>
                <c:pt idx="299">
                  <c:v>1278.8220398000001</c:v>
                </c:pt>
                <c:pt idx="300">
                  <c:v>1278.2168277599999</c:v>
                </c:pt>
                <c:pt idx="301">
                  <c:v>1277.6921611800001</c:v>
                </c:pt>
                <c:pt idx="302">
                  <c:v>1277.30620198</c:v>
                </c:pt>
                <c:pt idx="303">
                  <c:v>1276.6974729000001</c:v>
                </c:pt>
                <c:pt idx="304">
                  <c:v>1276.35619593</c:v>
                </c:pt>
                <c:pt idx="305">
                  <c:v>1275.7822582199999</c:v>
                </c:pt>
                <c:pt idx="306">
                  <c:v>1275.17088154</c:v>
                </c:pt>
                <c:pt idx="307">
                  <c:v>1274.8648655100001</c:v>
                </c:pt>
                <c:pt idx="308">
                  <c:v>1274.25224245</c:v>
                </c:pt>
                <c:pt idx="309">
                  <c:v>1273.6389107800001</c:v>
                </c:pt>
                <c:pt idx="310">
                  <c:v>1273.332007</c:v>
                </c:pt>
                <c:pt idx="311">
                  <c:v>1272.7177748700001</c:v>
                </c:pt>
                <c:pt idx="312">
                  <c:v>1272.13724129</c:v>
                </c:pt>
                <c:pt idx="313">
                  <c:v>1271.79550591</c:v>
                </c:pt>
                <c:pt idx="314">
                  <c:v>1271.18014597</c:v>
                </c:pt>
                <c:pt idx="315">
                  <c:v>1270.6611656499999</c:v>
                </c:pt>
                <c:pt idx="316">
                  <c:v>1270.256488</c:v>
                </c:pt>
                <c:pt idx="317">
                  <c:v>1269.6403835199999</c:v>
                </c:pt>
                <c:pt idx="318">
                  <c:v>1269.1502433000001</c:v>
                </c:pt>
                <c:pt idx="319">
                  <c:v>1268.71584981</c:v>
                </c:pt>
                <c:pt idx="320">
                  <c:v>1268.0993060200001</c:v>
                </c:pt>
                <c:pt idx="321">
                  <c:v>1267.6043531299999</c:v>
                </c:pt>
                <c:pt idx="322">
                  <c:v>1267.1743052500001</c:v>
                </c:pt>
                <c:pt idx="323">
                  <c:v>1266.5575651300001</c:v>
                </c:pt>
                <c:pt idx="324">
                  <c:v>1266.02329235</c:v>
                </c:pt>
                <c:pt idx="325">
                  <c:v>1265.63242268</c:v>
                </c:pt>
                <c:pt idx="326">
                  <c:v>1265.0156796700001</c:v>
                </c:pt>
                <c:pt idx="327">
                  <c:v>1264.40678435</c:v>
                </c:pt>
                <c:pt idx="328">
                  <c:v>1264.0906544899999</c:v>
                </c:pt>
                <c:pt idx="329">
                  <c:v>1263.4740625300001</c:v>
                </c:pt>
                <c:pt idx="330">
                  <c:v>1262.8575668200001</c:v>
                </c:pt>
                <c:pt idx="331">
                  <c:v>1262.54936069</c:v>
                </c:pt>
                <c:pt idx="332">
                  <c:v>1261.9330422600001</c:v>
                </c:pt>
                <c:pt idx="333">
                  <c:v>1261.31686173</c:v>
                </c:pt>
                <c:pt idx="334">
                  <c:v>1261.00882766</c:v>
                </c:pt>
                <c:pt idx="335">
                  <c:v>1260.39288016</c:v>
                </c:pt>
                <c:pt idx="336">
                  <c:v>1259.77710368</c:v>
                </c:pt>
                <c:pt idx="337">
                  <c:v>1259.34085125</c:v>
                </c:pt>
                <c:pt idx="338">
                  <c:v>1258.85378397</c:v>
                </c:pt>
                <c:pt idx="339">
                  <c:v>1258.23848215</c:v>
                </c:pt>
                <c:pt idx="340">
                  <c:v>1257.6233866099999</c:v>
                </c:pt>
                <c:pt idx="341">
                  <c:v>1257.3159187700001</c:v>
                </c:pt>
                <c:pt idx="342">
                  <c:v>1256.70114769</c:v>
                </c:pt>
                <c:pt idx="343">
                  <c:v>1256.0866019299999</c:v>
                </c:pt>
                <c:pt idx="344">
                  <c:v>1255.7785512</c:v>
                </c:pt>
                <c:pt idx="345">
                  <c:v>1255.16521975</c:v>
                </c:pt>
                <c:pt idx="346">
                  <c:v>1254.55126434</c:v>
                </c:pt>
                <c:pt idx="347">
                  <c:v>1253.9402586000001</c:v>
                </c:pt>
                <c:pt idx="348">
                  <c:v>1253.6307930800001</c:v>
                </c:pt>
                <c:pt idx="349">
                  <c:v>1253.01746013</c:v>
                </c:pt>
                <c:pt idx="350">
                  <c:v>1252.40438361</c:v>
                </c:pt>
                <c:pt idx="351">
                  <c:v>1252.0630538099999</c:v>
                </c:pt>
                <c:pt idx="352">
                  <c:v>1251.48525761</c:v>
                </c:pt>
                <c:pt idx="353">
                  <c:v>1250.87283757</c:v>
                </c:pt>
                <c:pt idx="354">
                  <c:v>1250.26068547</c:v>
                </c:pt>
                <c:pt idx="355">
                  <c:v>1249.95471073</c:v>
                </c:pt>
                <c:pt idx="356">
                  <c:v>1249.3429654199999</c:v>
                </c:pt>
                <c:pt idx="357">
                  <c:v>1248.7314942</c:v>
                </c:pt>
                <c:pt idx="358">
                  <c:v>1248.18926934</c:v>
                </c:pt>
                <c:pt idx="359">
                  <c:v>1247.81480579</c:v>
                </c:pt>
                <c:pt idx="360">
                  <c:v>1247.2040284699999</c:v>
                </c:pt>
                <c:pt idx="361">
                  <c:v>1246.59353171</c:v>
                </c:pt>
                <c:pt idx="362">
                  <c:v>1246.19130324</c:v>
                </c:pt>
                <c:pt idx="363">
                  <c:v>1245.6783157899999</c:v>
                </c:pt>
                <c:pt idx="364">
                  <c:v>1245.06852654</c:v>
                </c:pt>
                <c:pt idx="365">
                  <c:v>1244.4590224000001</c:v>
                </c:pt>
                <c:pt idx="366">
                  <c:v>1244.15165714</c:v>
                </c:pt>
                <c:pt idx="367">
                  <c:v>1243.54530301</c:v>
                </c:pt>
                <c:pt idx="368">
                  <c:v>1242.9365159399999</c:v>
                </c:pt>
                <c:pt idx="369">
                  <c:v>1242.3280171599999</c:v>
                </c:pt>
                <c:pt idx="370">
                  <c:v>1242.0238761099999</c:v>
                </c:pt>
                <c:pt idx="371">
                  <c:v>1241.4158110799999</c:v>
                </c:pt>
                <c:pt idx="372">
                  <c:v>1240.80803597</c:v>
                </c:pt>
                <c:pt idx="373">
                  <c:v>1240.2005513300001</c:v>
                </c:pt>
                <c:pt idx="374">
                  <c:v>1239.8969180900001</c:v>
                </c:pt>
                <c:pt idx="375">
                  <c:v>1239.28987003</c:v>
                </c:pt>
                <c:pt idx="376">
                  <c:v>1238.68311352</c:v>
                </c:pt>
                <c:pt idx="377">
                  <c:v>1238.0766489299999</c:v>
                </c:pt>
                <c:pt idx="378">
                  <c:v>1237.77352619</c:v>
                </c:pt>
                <c:pt idx="379">
                  <c:v>1237.16750002</c:v>
                </c:pt>
                <c:pt idx="380">
                  <c:v>1236.5617664599999</c:v>
                </c:pt>
                <c:pt idx="381">
                  <c:v>1235.95632572</c:v>
                </c:pt>
                <c:pt idx="382">
                  <c:v>1235.5609988799999</c:v>
                </c:pt>
                <c:pt idx="383">
                  <c:v>1235.04871404</c:v>
                </c:pt>
                <c:pt idx="384">
                  <c:v>1234.4440061</c:v>
                </c:pt>
                <c:pt idx="385">
                  <c:v>1233.8395915000001</c:v>
                </c:pt>
                <c:pt idx="386">
                  <c:v>1233.3013433000001</c:v>
                </c:pt>
                <c:pt idx="387">
                  <c:v>1232.9335198399999</c:v>
                </c:pt>
                <c:pt idx="388">
                  <c:v>1232.3298389900001</c:v>
                </c:pt>
                <c:pt idx="389">
                  <c:v>1231.7264517200001</c:v>
                </c:pt>
                <c:pt idx="390">
                  <c:v>1231.1233580799999</c:v>
                </c:pt>
                <c:pt idx="391">
                  <c:v>1230.82192138</c:v>
                </c:pt>
                <c:pt idx="392">
                  <c:v>1230.2192681900001</c:v>
                </c:pt>
                <c:pt idx="393">
                  <c:v>1229.61690864</c:v>
                </c:pt>
                <c:pt idx="394">
                  <c:v>1229.01484271</c:v>
                </c:pt>
                <c:pt idx="395">
                  <c:v>1228.64186294</c:v>
                </c:pt>
                <c:pt idx="396">
                  <c:v>1228.11229428</c:v>
                </c:pt>
                <c:pt idx="397">
                  <c:v>1227.51096224</c:v>
                </c:pt>
                <c:pt idx="398">
                  <c:v>1226.90992368</c:v>
                </c:pt>
                <c:pt idx="399">
                  <c:v>1226.3091785300001</c:v>
                </c:pt>
                <c:pt idx="400">
                  <c:v>1226.0089159700001</c:v>
                </c:pt>
                <c:pt idx="401">
                  <c:v>1225.4086108199999</c:v>
                </c:pt>
                <c:pt idx="402">
                  <c:v>1224.8085989000001</c:v>
                </c:pt>
                <c:pt idx="403">
                  <c:v>1224.20888014</c:v>
                </c:pt>
                <c:pt idx="404">
                  <c:v>1223.7897757200001</c:v>
                </c:pt>
                <c:pt idx="405">
                  <c:v>1223.3098514599999</c:v>
                </c:pt>
                <c:pt idx="406">
                  <c:v>1222.71086519</c:v>
                </c:pt>
                <c:pt idx="407">
                  <c:v>1222.1121717399999</c:v>
                </c:pt>
                <c:pt idx="408">
                  <c:v>1221.51377101</c:v>
                </c:pt>
                <c:pt idx="409">
                  <c:v>1221.21468039</c:v>
                </c:pt>
                <c:pt idx="410">
                  <c:v>1220.6167185500001</c:v>
                </c:pt>
                <c:pt idx="411">
                  <c:v>1220.01904915</c:v>
                </c:pt>
                <c:pt idx="412">
                  <c:v>1219.4216721</c:v>
                </c:pt>
                <c:pt idx="413">
                  <c:v>1218.8245872699999</c:v>
                </c:pt>
                <c:pt idx="414">
                  <c:v>1218.5261544</c:v>
                </c:pt>
                <c:pt idx="415">
                  <c:v>1217.92950767</c:v>
                </c:pt>
                <c:pt idx="416">
                  <c:v>1217.33315287</c:v>
                </c:pt>
                <c:pt idx="417">
                  <c:v>1216.7370898700001</c:v>
                </c:pt>
                <c:pt idx="418">
                  <c:v>1216.1413185399999</c:v>
                </c:pt>
                <c:pt idx="419">
                  <c:v>1215.8435422099999</c:v>
                </c:pt>
                <c:pt idx="420">
                  <c:v>1215.24820815</c:v>
                </c:pt>
                <c:pt idx="421">
                  <c:v>1214.65316545</c:v>
                </c:pt>
                <c:pt idx="422">
                  <c:v>1214.0584139699999</c:v>
                </c:pt>
                <c:pt idx="423">
                  <c:v>1213.47944532</c:v>
                </c:pt>
                <c:pt idx="424">
                  <c:v>1213.1668325099999</c:v>
                </c:pt>
                <c:pt idx="425">
                  <c:v>1212.57280851</c:v>
                </c:pt>
                <c:pt idx="426">
                  <c:v>1211.9790752900001</c:v>
                </c:pt>
                <c:pt idx="427">
                  <c:v>1211.38563269</c:v>
                </c:pt>
                <c:pt idx="428">
                  <c:v>1210.7924805800001</c:v>
                </c:pt>
                <c:pt idx="429">
                  <c:v>1210.4960134200001</c:v>
                </c:pt>
                <c:pt idx="430">
                  <c:v>1209.90329681</c:v>
                </c:pt>
                <c:pt idx="431">
                  <c:v>1209.31087035</c:v>
                </c:pt>
                <c:pt idx="432">
                  <c:v>1208.7187339100001</c:v>
                </c:pt>
                <c:pt idx="433">
                  <c:v>1208.12688736</c:v>
                </c:pt>
                <c:pt idx="434">
                  <c:v>1207.8310727400001</c:v>
                </c:pt>
                <c:pt idx="435">
                  <c:v>1207.2396607600001</c:v>
                </c:pt>
                <c:pt idx="436">
                  <c:v>1206.64853831</c:v>
                </c:pt>
                <c:pt idx="437">
                  <c:v>1206.0577052599999</c:v>
                </c:pt>
                <c:pt idx="438">
                  <c:v>1205.46716148</c:v>
                </c:pt>
                <c:pt idx="439">
                  <c:v>1205.17199802</c:v>
                </c:pt>
                <c:pt idx="440">
                  <c:v>1204.5818878800001</c:v>
                </c:pt>
                <c:pt idx="441">
                  <c:v>1203.99206665</c:v>
                </c:pt>
                <c:pt idx="442">
                  <c:v>1203.4025342</c:v>
                </c:pt>
                <c:pt idx="443">
                  <c:v>1202.81329039</c:v>
                </c:pt>
                <c:pt idx="444">
                  <c:v>1202.31181821</c:v>
                </c:pt>
                <c:pt idx="445">
                  <c:v>1201.92996556</c:v>
                </c:pt>
                <c:pt idx="446">
                  <c:v>1201.34144274</c:v>
                </c:pt>
                <c:pt idx="447">
                  <c:v>1200.75320807</c:v>
                </c:pt>
                <c:pt idx="448">
                  <c:v>1200.1652614100001</c:v>
                </c:pt>
                <c:pt idx="449">
                  <c:v>1199.57760263</c:v>
                </c:pt>
                <c:pt idx="450">
                  <c:v>1199.2838811399999</c:v>
                </c:pt>
                <c:pt idx="451">
                  <c:v>1198.6966539</c:v>
                </c:pt>
                <c:pt idx="452">
                  <c:v>1198.10971419</c:v>
                </c:pt>
                <c:pt idx="453">
                  <c:v>1197.52306185</c:v>
                </c:pt>
                <c:pt idx="454">
                  <c:v>1196.9366967599999</c:v>
                </c:pt>
                <c:pt idx="455">
                  <c:v>1196.3874589500001</c:v>
                </c:pt>
                <c:pt idx="456">
                  <c:v>1196.05768741</c:v>
                </c:pt>
                <c:pt idx="457">
                  <c:v>1195.4720398100001</c:v>
                </c:pt>
                <c:pt idx="458">
                  <c:v>1194.88667897</c:v>
                </c:pt>
                <c:pt idx="459">
                  <c:v>1194.30160475</c:v>
                </c:pt>
                <c:pt idx="460">
                  <c:v>1193.716817</c:v>
                </c:pt>
                <c:pt idx="461">
                  <c:v>1193.3367095200001</c:v>
                </c:pt>
                <c:pt idx="462">
                  <c:v>1192.84017221</c:v>
                </c:pt>
                <c:pt idx="463">
                  <c:v>1192.2561000400001</c:v>
                </c:pt>
                <c:pt idx="464">
                  <c:v>1191.6723138499999</c:v>
                </c:pt>
                <c:pt idx="465">
                  <c:v>1191.0888135099999</c:v>
                </c:pt>
                <c:pt idx="466">
                  <c:v>1190.5055988700001</c:v>
                </c:pt>
                <c:pt idx="467">
                  <c:v>1190.2140986500001</c:v>
                </c:pt>
                <c:pt idx="468">
                  <c:v>1189.6313123100001</c:v>
                </c:pt>
                <c:pt idx="469">
                  <c:v>1189.04881133</c:v>
                </c:pt>
                <c:pt idx="470">
                  <c:v>1188.46659557</c:v>
                </c:pt>
                <c:pt idx="471">
                  <c:v>1187.8846648799999</c:v>
                </c:pt>
                <c:pt idx="472">
                  <c:v>1187.3030191400001</c:v>
                </c:pt>
                <c:pt idx="473">
                  <c:v>1187.01230308</c:v>
                </c:pt>
                <c:pt idx="474">
                  <c:v>1186.43108448</c:v>
                </c:pt>
                <c:pt idx="475">
                  <c:v>1185.85015047</c:v>
                </c:pt>
                <c:pt idx="476">
                  <c:v>1185.2695009199999</c:v>
                </c:pt>
                <c:pt idx="477">
                  <c:v>1184.6891356799999</c:v>
                </c:pt>
                <c:pt idx="478">
                  <c:v>1184.1090546099999</c:v>
                </c:pt>
                <c:pt idx="479">
                  <c:v>1183.8181282099999</c:v>
                </c:pt>
                <c:pt idx="480">
                  <c:v>1183.23946553</c:v>
                </c:pt>
                <c:pt idx="481">
                  <c:v>1182.6600942800001</c:v>
                </c:pt>
                <c:pt idx="482">
                  <c:v>1182.0810067299999</c:v>
                </c:pt>
                <c:pt idx="483">
                  <c:v>1181.50220272</c:v>
                </c:pt>
                <c:pt idx="484">
                  <c:v>1180.9236821300001</c:v>
                </c:pt>
                <c:pt idx="485">
                  <c:v>1180.5197576200001</c:v>
                </c:pt>
                <c:pt idx="486">
                  <c:v>1180.0564323200001</c:v>
                </c:pt>
                <c:pt idx="487">
                  <c:v>1179.47861964</c:v>
                </c:pt>
                <c:pt idx="488">
                  <c:v>1178.90108988</c:v>
                </c:pt>
                <c:pt idx="489">
                  <c:v>1178.3238429099999</c:v>
                </c:pt>
                <c:pt idx="490">
                  <c:v>1177.7468785900001</c:v>
                </c:pt>
                <c:pt idx="491">
                  <c:v>1177.17019678</c:v>
                </c:pt>
                <c:pt idx="492">
                  <c:v>1176.8819617700001</c:v>
                </c:pt>
                <c:pt idx="493">
                  <c:v>1176.3057034599999</c:v>
                </c:pt>
                <c:pt idx="494">
                  <c:v>1175.7297273199999</c:v>
                </c:pt>
                <c:pt idx="495">
                  <c:v>1175.1540332</c:v>
                </c:pt>
                <c:pt idx="496">
                  <c:v>1174.57862097</c:v>
                </c:pt>
                <c:pt idx="497">
                  <c:v>1174.00349048</c:v>
                </c:pt>
                <c:pt idx="498">
                  <c:v>1173.71603086</c:v>
                </c:pt>
                <c:pt idx="499">
                  <c:v>1173.1413227400001</c:v>
                </c:pt>
                <c:pt idx="500">
                  <c:v>1172.56689603</c:v>
                </c:pt>
                <c:pt idx="501">
                  <c:v>1171.9927505799999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0F0-3E42-9F4F-D6CBAF1CF744}"/>
            </c:ext>
          </c:extLst>
        </c:ser>
        <c:ser>
          <c:idx val="2"/>
          <c:order val="2"/>
          <c:tx>
            <c:v>Bypassed</c:v>
          </c:tx>
          <c:spPr>
            <a:ln w="33338">
              <a:solidFill>
                <a:srgbClr val="7964A7"/>
              </a:solidFill>
              <a:prstDash val="solid"/>
            </a:ln>
          </c:spPr>
          <c:marker>
            <c:symbol val="none"/>
          </c:marker>
          <c:xVal>
            <c:numRef>
              <c:f>'Chart Data'!$E$2:$E$397</c:f>
              <c:numCache>
                <c:formatCode>General</c:formatCode>
                <c:ptCount val="396"/>
                <c:pt idx="0">
                  <c:v>0</c:v>
                </c:pt>
                <c:pt idx="1">
                  <c:v>4.9200545676000005E-4</c:v>
                </c:pt>
                <c:pt idx="2">
                  <c:v>5.1745283579200001E-4</c:v>
                </c:pt>
                <c:pt idx="3">
                  <c:v>5.5006837474099997E-4</c:v>
                </c:pt>
                <c:pt idx="4">
                  <c:v>5.7814224213200002E-4</c:v>
                </c:pt>
                <c:pt idx="5">
                  <c:v>6.1498345746399999E-4</c:v>
                </c:pt>
                <c:pt idx="6">
                  <c:v>6.4594959968800004E-4</c:v>
                </c:pt>
                <c:pt idx="7">
                  <c:v>6.87559347751E-4</c:v>
                </c:pt>
                <c:pt idx="8">
                  <c:v>7.2170973668699999E-4</c:v>
                </c:pt>
                <c:pt idx="9">
                  <c:v>7.6870011858299996E-4</c:v>
                </c:pt>
                <c:pt idx="10">
                  <c:v>8.0635539410600003E-4</c:v>
                </c:pt>
                <c:pt idx="11">
                  <c:v>8.5941653508499996E-4</c:v>
                </c:pt>
                <c:pt idx="12">
                  <c:v>9.0092870935699996E-4</c:v>
                </c:pt>
                <c:pt idx="13">
                  <c:v>9.6083864555499996E-4</c:v>
                </c:pt>
                <c:pt idx="14">
                  <c:v>1.00659404684E-3</c:v>
                </c:pt>
                <c:pt idx="15">
                  <c:v>1.0742298584000001E-3</c:v>
                </c:pt>
                <c:pt idx="16">
                  <c:v>1.1246523333199999E-3</c:v>
                </c:pt>
                <c:pt idx="17">
                  <c:v>1.2010026803400001E-3</c:v>
                </c:pt>
                <c:pt idx="18">
                  <c:v>1.25655707463E-3</c:v>
                </c:pt>
                <c:pt idx="19">
                  <c:v>1.3427363118700001E-3</c:v>
                </c:pt>
                <c:pt idx="20">
                  <c:v>1.4040075287899999E-3</c:v>
                </c:pt>
                <c:pt idx="21">
                  <c:v>1.5005294010599999E-3</c:v>
                </c:pt>
                <c:pt idx="22">
                  <c:v>1.5696983211699999E-3</c:v>
                </c:pt>
                <c:pt idx="23">
                  <c:v>1.6765188483E-3</c:v>
                </c:pt>
                <c:pt idx="24">
                  <c:v>1.7549427399499999E-3</c:v>
                </c:pt>
                <c:pt idx="25">
                  <c:v>1.8731492010300001E-3</c:v>
                </c:pt>
                <c:pt idx="26">
                  <c:v>1.9620483623999999E-3</c:v>
                </c:pt>
                <c:pt idx="27">
                  <c:v>2.0928413258599998E-3</c:v>
                </c:pt>
                <c:pt idx="28">
                  <c:v>2.1935950893200002E-3</c:v>
                </c:pt>
                <c:pt idx="29">
                  <c:v>2.3383000205300002E-3</c:v>
                </c:pt>
                <c:pt idx="30">
                  <c:v>2.45246728272E-3</c:v>
                </c:pt>
                <c:pt idx="31">
                  <c:v>2.6125473147300001E-3</c:v>
                </c:pt>
                <c:pt idx="32">
                  <c:v>2.7418896960899998E-3</c:v>
                </c:pt>
                <c:pt idx="33">
                  <c:v>2.9189596765899998E-3</c:v>
                </c:pt>
                <c:pt idx="34">
                  <c:v>3.06546764496E-3</c:v>
                </c:pt>
                <c:pt idx="35">
                  <c:v>3.26130958299E-3</c:v>
                </c:pt>
                <c:pt idx="36">
                  <c:v>3.4272319180900001E-3</c:v>
                </c:pt>
                <c:pt idx="37">
                  <c:v>3.64381196541E-3</c:v>
                </c:pt>
                <c:pt idx="38">
                  <c:v>3.8316889886899999E-3</c:v>
                </c:pt>
                <c:pt idx="39">
                  <c:v>4.0711761031599998E-3</c:v>
                </c:pt>
                <c:pt idx="40">
                  <c:v>4.28387715128E-3</c:v>
                </c:pt>
                <c:pt idx="41">
                  <c:v>4.54866360292E-3</c:v>
                </c:pt>
                <c:pt idx="42">
                  <c:v>4.7894292833900003E-3</c:v>
                </c:pt>
                <c:pt idx="43">
                  <c:v>5.0821531784000003E-3</c:v>
                </c:pt>
                <c:pt idx="44">
                  <c:v>5.35464301391E-3</c:v>
                </c:pt>
                <c:pt idx="45">
                  <c:v>5.6782130276999999E-3</c:v>
                </c:pt>
                <c:pt idx="46">
                  <c:v>5.98655917228E-3</c:v>
                </c:pt>
                <c:pt idx="47">
                  <c:v>6.3441816993999997E-3</c:v>
                </c:pt>
                <c:pt idx="48">
                  <c:v>6.6930494955599997E-3</c:v>
                </c:pt>
                <c:pt idx="49">
                  <c:v>7.0882584430500004E-3</c:v>
                </c:pt>
                <c:pt idx="50">
                  <c:v>7.4829146861999998E-3</c:v>
                </c:pt>
                <c:pt idx="51">
                  <c:v>7.9196041563900001E-3</c:v>
                </c:pt>
                <c:pt idx="52">
                  <c:v>8.3659940417499992E-3</c:v>
                </c:pt>
                <c:pt idx="53">
                  <c:v>8.8484541721799998E-3</c:v>
                </c:pt>
                <c:pt idx="54">
                  <c:v>9.3532880223199995E-3</c:v>
                </c:pt>
                <c:pt idx="55">
                  <c:v>9.8862442731999997E-3</c:v>
                </c:pt>
                <c:pt idx="56">
                  <c:v>1.04570952826E-2</c:v>
                </c:pt>
                <c:pt idx="57">
                  <c:v>1.1045751486900001E-2</c:v>
                </c:pt>
                <c:pt idx="58">
                  <c:v>1.1691165875500001E-2</c:v>
                </c:pt>
                <c:pt idx="59">
                  <c:v>1.2341251393299999E-2</c:v>
                </c:pt>
                <c:pt idx="60">
                  <c:v>1.30708725352E-2</c:v>
                </c:pt>
                <c:pt idx="61">
                  <c:v>1.37886938822E-2</c:v>
                </c:pt>
                <c:pt idx="62">
                  <c:v>1.46134021749E-2</c:v>
                </c:pt>
                <c:pt idx="63">
                  <c:v>1.5405899525000001E-2</c:v>
                </c:pt>
                <c:pt idx="64">
                  <c:v>1.6337969982499999E-2</c:v>
                </c:pt>
                <c:pt idx="65">
                  <c:v>1.7083497822900001E-2</c:v>
                </c:pt>
                <c:pt idx="66">
                  <c:v>1.7993537966499999E-2</c:v>
                </c:pt>
                <c:pt idx="67">
                  <c:v>1.8809711609499999E-2</c:v>
                </c:pt>
                <c:pt idx="68">
                  <c:v>1.9971112433E-2</c:v>
                </c:pt>
                <c:pt idx="69">
                  <c:v>2.10158068361E-2</c:v>
                </c:pt>
                <c:pt idx="70">
                  <c:v>2.2327958372900001E-2</c:v>
                </c:pt>
                <c:pt idx="71">
                  <c:v>2.34806437302E-2</c:v>
                </c:pt>
                <c:pt idx="72">
                  <c:v>2.4962942188399999E-2</c:v>
                </c:pt>
                <c:pt idx="73">
                  <c:v>2.6234568783600001E-2</c:v>
                </c:pt>
                <c:pt idx="74">
                  <c:v>2.7908887695500002E-2</c:v>
                </c:pt>
                <c:pt idx="75">
                  <c:v>2.9311487673499999E-2</c:v>
                </c:pt>
                <c:pt idx="76">
                  <c:v>3.1202492339399999E-2</c:v>
                </c:pt>
                <c:pt idx="77">
                  <c:v>3.2749282700900002E-2</c:v>
                </c:pt>
                <c:pt idx="78">
                  <c:v>3.4234766068200001E-2</c:v>
                </c:pt>
                <c:pt idx="79">
                  <c:v>3.6065573770500001E-2</c:v>
                </c:pt>
                <c:pt idx="80">
                  <c:v>3.81411205532E-2</c:v>
                </c:pt>
                <c:pt idx="81">
                  <c:v>3.9984978613200002E-2</c:v>
                </c:pt>
                <c:pt idx="82">
                  <c:v>4.2642259156399999E-2</c:v>
                </c:pt>
                <c:pt idx="83">
                  <c:v>4.4674613004400003E-2</c:v>
                </c:pt>
                <c:pt idx="84">
                  <c:v>4.7674589513399999E-2</c:v>
                </c:pt>
                <c:pt idx="85">
                  <c:v>4.9850057689500002E-2</c:v>
                </c:pt>
                <c:pt idx="86">
                  <c:v>5.2178345310500002E-2</c:v>
                </c:pt>
                <c:pt idx="87">
                  <c:v>5.4545116662400001E-2</c:v>
                </c:pt>
                <c:pt idx="88">
                  <c:v>5.8276186600099998E-2</c:v>
                </c:pt>
                <c:pt idx="89">
                  <c:v>6.0942435451599997E-2</c:v>
                </c:pt>
                <c:pt idx="90">
                  <c:v>6.5135561995899996E-2</c:v>
                </c:pt>
                <c:pt idx="91">
                  <c:v>6.8090063162999995E-2</c:v>
                </c:pt>
                <c:pt idx="92">
                  <c:v>7.1235304998299998E-2</c:v>
                </c:pt>
                <c:pt idx="93">
                  <c:v>7.4485886505500004E-2</c:v>
                </c:pt>
                <c:pt idx="94">
                  <c:v>7.9526751078699998E-2</c:v>
                </c:pt>
                <c:pt idx="95">
                  <c:v>8.3134025993999994E-2</c:v>
                </c:pt>
                <c:pt idx="96">
                  <c:v>8.70761965434E-2</c:v>
                </c:pt>
                <c:pt idx="97">
                  <c:v>9.1049623402699995E-2</c:v>
                </c:pt>
                <c:pt idx="98">
                  <c:v>9.7097559970899999E-2</c:v>
                </c:pt>
                <c:pt idx="99">
                  <c:v>0.10150183384899999</c:v>
                </c:pt>
                <c:pt idx="100">
                  <c:v>0.106439693136</c:v>
                </c:pt>
                <c:pt idx="101">
                  <c:v>0.11129670748000001</c:v>
                </c:pt>
                <c:pt idx="102">
                  <c:v>0.116375355197</c:v>
                </c:pt>
                <c:pt idx="103">
                  <c:v>0.123927864092</c:v>
                </c:pt>
                <c:pt idx="104">
                  <c:v>0.12954914082399999</c:v>
                </c:pt>
                <c:pt idx="105">
                  <c:v>0.13542539453300001</c:v>
                </c:pt>
                <c:pt idx="106">
                  <c:v>0.14225422776300001</c:v>
                </c:pt>
                <c:pt idx="107">
                  <c:v>0.14798961975899999</c:v>
                </c:pt>
                <c:pt idx="108">
                  <c:v>0.15553301401399999</c:v>
                </c:pt>
                <c:pt idx="109">
                  <c:v>0.16263023552799999</c:v>
                </c:pt>
                <c:pt idx="110">
                  <c:v>0.16985937482300001</c:v>
                </c:pt>
                <c:pt idx="111">
                  <c:v>0.17781102958600001</c:v>
                </c:pt>
                <c:pt idx="112">
                  <c:v>0.18473922458</c:v>
                </c:pt>
                <c:pt idx="113">
                  <c:v>0.194408881841</c:v>
                </c:pt>
                <c:pt idx="114">
                  <c:v>0.20187858927399999</c:v>
                </c:pt>
                <c:pt idx="115">
                  <c:v>0.21255606824100001</c:v>
                </c:pt>
                <c:pt idx="116">
                  <c:v>0.22060807551700001</c:v>
                </c:pt>
                <c:pt idx="117">
                  <c:v>0.23061469550499999</c:v>
                </c:pt>
                <c:pt idx="118">
                  <c:v>0.24107520841300001</c:v>
                </c:pt>
                <c:pt idx="119">
                  <c:v>0.25201020249</c:v>
                </c:pt>
                <c:pt idx="120">
                  <c:v>0.26229508196700002</c:v>
                </c:pt>
                <c:pt idx="121">
                  <c:v>0.271679190056</c:v>
                </c:pt>
                <c:pt idx="122">
                  <c:v>0.28407634833500001</c:v>
                </c:pt>
                <c:pt idx="123">
                  <c:v>0.29508196721300001</c:v>
                </c:pt>
                <c:pt idx="124">
                  <c:v>0.307689870611</c:v>
                </c:pt>
                <c:pt idx="125">
                  <c:v>0.32164645675199999</c:v>
                </c:pt>
                <c:pt idx="126">
                  <c:v>0.33209362338800003</c:v>
                </c:pt>
                <c:pt idx="127">
                  <c:v>0.34426229508200001</c:v>
                </c:pt>
                <c:pt idx="128">
                  <c:v>0.36065573770499998</c:v>
                </c:pt>
                <c:pt idx="129">
                  <c:v>0.377049180328</c:v>
                </c:pt>
                <c:pt idx="130">
                  <c:v>0.39271170644199999</c:v>
                </c:pt>
                <c:pt idx="131">
                  <c:v>0.40594266595299999</c:v>
                </c:pt>
                <c:pt idx="132">
                  <c:v>0.41973212117199998</c:v>
                </c:pt>
                <c:pt idx="133">
                  <c:v>0.43404299727200002</c:v>
                </c:pt>
                <c:pt idx="134">
                  <c:v>0.45081967213099999</c:v>
                </c:pt>
                <c:pt idx="135">
                  <c:v>0.46885245901599998</c:v>
                </c:pt>
                <c:pt idx="136">
                  <c:v>0.48526560589200002</c:v>
                </c:pt>
                <c:pt idx="137">
                  <c:v>0.50122704419999997</c:v>
                </c:pt>
                <c:pt idx="138">
                  <c:v>0.51885686260499997</c:v>
                </c:pt>
                <c:pt idx="139">
                  <c:v>0.53571382517900001</c:v>
                </c:pt>
                <c:pt idx="140">
                  <c:v>0.55737704917999997</c:v>
                </c:pt>
                <c:pt idx="141">
                  <c:v>0.57377049180299999</c:v>
                </c:pt>
                <c:pt idx="142">
                  <c:v>0.59317614033400001</c:v>
                </c:pt>
                <c:pt idx="143">
                  <c:v>0.61196920939300004</c:v>
                </c:pt>
                <c:pt idx="144">
                  <c:v>0.63114754098400005</c:v>
                </c:pt>
                <c:pt idx="145">
                  <c:v>0.64918032786900004</c:v>
                </c:pt>
                <c:pt idx="146">
                  <c:v>0.66874525944300001</c:v>
                </c:pt>
                <c:pt idx="147">
                  <c:v>0.68852459016400003</c:v>
                </c:pt>
                <c:pt idx="148">
                  <c:v>0.70908530509800005</c:v>
                </c:pt>
                <c:pt idx="149">
                  <c:v>0.73770491803299998</c:v>
                </c:pt>
                <c:pt idx="150">
                  <c:v>0.75737704918000004</c:v>
                </c:pt>
                <c:pt idx="151">
                  <c:v>0.775409836066</c:v>
                </c:pt>
                <c:pt idx="152">
                  <c:v>0.79858841581600004</c:v>
                </c:pt>
                <c:pt idx="153">
                  <c:v>0.81649925406599999</c:v>
                </c:pt>
                <c:pt idx="154">
                  <c:v>0.83606557377000001</c:v>
                </c:pt>
                <c:pt idx="155">
                  <c:v>0.86557377049200002</c:v>
                </c:pt>
                <c:pt idx="156">
                  <c:v>0.88524590163899997</c:v>
                </c:pt>
                <c:pt idx="157">
                  <c:v>0.90631955588699997</c:v>
                </c:pt>
                <c:pt idx="158">
                  <c:v>0.93272262072800005</c:v>
                </c:pt>
                <c:pt idx="159">
                  <c:v>0.95364183726200002</c:v>
                </c:pt>
                <c:pt idx="160">
                  <c:v>0.97503023253200005</c:v>
                </c:pt>
                <c:pt idx="161">
                  <c:v>1</c:v>
                </c:pt>
                <c:pt idx="162">
                  <c:v>1.0278688524599999</c:v>
                </c:pt>
                <c:pt idx="163">
                  <c:v>1.04918032787</c:v>
                </c:pt>
                <c:pt idx="164">
                  <c:v>1.08196721311</c:v>
                </c:pt>
                <c:pt idx="165">
                  <c:v>1.1078616113399999</c:v>
                </c:pt>
                <c:pt idx="166">
                  <c:v>1.13285640716</c:v>
                </c:pt>
                <c:pt idx="167">
                  <c:v>1.15841511801</c:v>
                </c:pt>
                <c:pt idx="168">
                  <c:v>1.18455046655</c:v>
                </c:pt>
                <c:pt idx="169">
                  <c:v>1.21127546247</c:v>
                </c:pt>
                <c:pt idx="170">
                  <c:v>1.23860340899</c:v>
                </c:pt>
                <c:pt idx="171">
                  <c:v>1.2622950819700001</c:v>
                </c:pt>
                <c:pt idx="172">
                  <c:v>1.29508196721</c:v>
                </c:pt>
                <c:pt idx="173">
                  <c:v>1.3163934426199999</c:v>
                </c:pt>
                <c:pt idx="174">
                  <c:v>1.3442622950800001</c:v>
                </c:pt>
                <c:pt idx="175">
                  <c:v>1.37049180328</c:v>
                </c:pt>
                <c:pt idx="176">
                  <c:v>1.3934426229500001</c:v>
                </c:pt>
                <c:pt idx="177">
                  <c:v>1.42459016393</c:v>
                </c:pt>
                <c:pt idx="178">
                  <c:v>1.45901639344</c:v>
                </c:pt>
                <c:pt idx="179">
                  <c:v>1.4860759983</c:v>
                </c:pt>
                <c:pt idx="180">
                  <c:v>1.5147540983600001</c:v>
                </c:pt>
                <c:pt idx="181">
                  <c:v>1.5481954446299999</c:v>
                </c:pt>
                <c:pt idx="182">
                  <c:v>1.5737704917999999</c:v>
                </c:pt>
                <c:pt idx="183">
                  <c:v>1.6049180327899999</c:v>
                </c:pt>
                <c:pt idx="184">
                  <c:v>1.62394817219</c:v>
                </c:pt>
                <c:pt idx="185">
                  <c:v>1.65901639344</c:v>
                </c:pt>
                <c:pt idx="186">
                  <c:v>1.6927124597600001</c:v>
                </c:pt>
                <c:pt idx="187">
                  <c:v>1.7213114754100001</c:v>
                </c:pt>
                <c:pt idx="188">
                  <c:v>1.74918032787</c:v>
                </c:pt>
                <c:pt idx="189">
                  <c:v>1.7746115736900001</c:v>
                </c:pt>
                <c:pt idx="190">
                  <c:v>1.8144127781999999</c:v>
                </c:pt>
                <c:pt idx="191">
                  <c:v>1.8507194820599999</c:v>
                </c:pt>
                <c:pt idx="192">
                  <c:v>1.87540983607</c:v>
                </c:pt>
                <c:pt idx="193">
                  <c:v>1.9016393442599999</c:v>
                </c:pt>
                <c:pt idx="194">
                  <c:v>1.93517078782</c:v>
                </c:pt>
                <c:pt idx="195">
                  <c:v>1.95398497194</c:v>
                </c:pt>
                <c:pt idx="196">
                  <c:v>1.96557377049</c:v>
                </c:pt>
                <c:pt idx="197">
                  <c:v>2</c:v>
                </c:pt>
                <c:pt idx="198">
                  <c:v>2.0272160072999998</c:v>
                </c:pt>
                <c:pt idx="199">
                  <c:v>2.0655737704899999</c:v>
                </c:pt>
                <c:pt idx="200">
                  <c:v>2.09180327869</c:v>
                </c:pt>
                <c:pt idx="201">
                  <c:v>2.11916903382</c:v>
                </c:pt>
                <c:pt idx="202">
                  <c:v>2.1475409836099999</c:v>
                </c:pt>
                <c:pt idx="203">
                  <c:v>2.1819672131100001</c:v>
                </c:pt>
                <c:pt idx="204">
                  <c:v>2.2152929819699998</c:v>
                </c:pt>
                <c:pt idx="205">
                  <c:v>2.25409836066</c:v>
                </c:pt>
                <c:pt idx="206">
                  <c:v>2.2786885245900002</c:v>
                </c:pt>
                <c:pt idx="207">
                  <c:v>2.3133114688699998</c:v>
                </c:pt>
                <c:pt idx="208">
                  <c:v>2.3606557377000001</c:v>
                </c:pt>
                <c:pt idx="209">
                  <c:v>2.3803278688499998</c:v>
                </c:pt>
                <c:pt idx="210">
                  <c:v>2.4188715907999998</c:v>
                </c:pt>
                <c:pt idx="211">
                  <c:v>2.4524590163900002</c:v>
                </c:pt>
                <c:pt idx="212">
                  <c:v>2.4754098360699999</c:v>
                </c:pt>
                <c:pt idx="213">
                  <c:v>2.5245901639300001</c:v>
                </c:pt>
                <c:pt idx="214">
                  <c:v>2.5426229508199998</c:v>
                </c:pt>
                <c:pt idx="215">
                  <c:v>2.58631172169</c:v>
                </c:pt>
                <c:pt idx="216">
                  <c:v>2.6147540983600002</c:v>
                </c:pt>
                <c:pt idx="217">
                  <c:v>2.64541286544</c:v>
                </c:pt>
                <c:pt idx="218">
                  <c:v>2.6868852459000001</c:v>
                </c:pt>
                <c:pt idx="219">
                  <c:v>2.7213114754099998</c:v>
                </c:pt>
                <c:pt idx="220">
                  <c:v>2.75901639344</c:v>
                </c:pt>
                <c:pt idx="221">
                  <c:v>2.7868852459000002</c:v>
                </c:pt>
                <c:pt idx="222">
                  <c:v>2.8274297281499998</c:v>
                </c:pt>
                <c:pt idx="223">
                  <c:v>2.8524590163900001</c:v>
                </c:pt>
                <c:pt idx="224">
                  <c:v>2.89152948564</c:v>
                </c:pt>
                <c:pt idx="225">
                  <c:v>2.9344262295100001</c:v>
                </c:pt>
                <c:pt idx="226">
                  <c:v>2.9573770491800002</c:v>
                </c:pt>
                <c:pt idx="227">
                  <c:v>3</c:v>
                </c:pt>
                <c:pt idx="228">
                  <c:v>3.0295081967200002</c:v>
                </c:pt>
                <c:pt idx="229">
                  <c:v>3.0655737704899999</c:v>
                </c:pt>
                <c:pt idx="230">
                  <c:v>3.0983606557400001</c:v>
                </c:pt>
                <c:pt idx="231">
                  <c:v>3.1377049180299998</c:v>
                </c:pt>
                <c:pt idx="232">
                  <c:v>3.16393442623</c:v>
                </c:pt>
                <c:pt idx="233">
                  <c:v>3.2098360655699998</c:v>
                </c:pt>
                <c:pt idx="234">
                  <c:v>3.2327668379099999</c:v>
                </c:pt>
                <c:pt idx="235">
                  <c:v>3.2786885245900002</c:v>
                </c:pt>
                <c:pt idx="236">
                  <c:v>3.3057022534999998</c:v>
                </c:pt>
                <c:pt idx="237">
                  <c:v>3.3442622950800001</c:v>
                </c:pt>
                <c:pt idx="238">
                  <c:v>3.3770491803299998</c:v>
                </c:pt>
                <c:pt idx="239">
                  <c:v>3.40983606557</c:v>
                </c:pt>
                <c:pt idx="240">
                  <c:v>3.4521280433200001</c:v>
                </c:pt>
                <c:pt idx="241">
                  <c:v>3.4803278688499999</c:v>
                </c:pt>
                <c:pt idx="242">
                  <c:v>3.5245901639300001</c:v>
                </c:pt>
                <c:pt idx="243">
                  <c:v>3.5524590163899998</c:v>
                </c:pt>
                <c:pt idx="244">
                  <c:v>3.59016393443</c:v>
                </c:pt>
                <c:pt idx="245">
                  <c:v>3.6245901639300002</c:v>
                </c:pt>
                <c:pt idx="246">
                  <c:v>3.67213114754</c:v>
                </c:pt>
                <c:pt idx="247">
                  <c:v>3.6967213114800002</c:v>
                </c:pt>
                <c:pt idx="248">
                  <c:v>3.7377049180299999</c:v>
                </c:pt>
                <c:pt idx="249">
                  <c:v>3.7724026446500001</c:v>
                </c:pt>
                <c:pt idx="250">
                  <c:v>3.8049180327899998</c:v>
                </c:pt>
                <c:pt idx="251">
                  <c:v>3.8524590163900001</c:v>
                </c:pt>
                <c:pt idx="252">
                  <c:v>3.8770491803299998</c:v>
                </c:pt>
                <c:pt idx="253">
                  <c:v>3.91803278689</c:v>
                </c:pt>
                <c:pt idx="254">
                  <c:v>3.9508196721300002</c:v>
                </c:pt>
                <c:pt idx="255">
                  <c:v>4</c:v>
                </c:pt>
                <c:pt idx="256">
                  <c:v>4.0327868852500002</c:v>
                </c:pt>
                <c:pt idx="257">
                  <c:v>4.0655737704900003</c:v>
                </c:pt>
                <c:pt idx="258">
                  <c:v>4.1114754098399997</c:v>
                </c:pt>
                <c:pt idx="259">
                  <c:v>4.1319708415200003</c:v>
                </c:pt>
                <c:pt idx="260">
                  <c:v>4.1803278688500001</c:v>
                </c:pt>
                <c:pt idx="261">
                  <c:v>4.2148485279100001</c:v>
                </c:pt>
                <c:pt idx="262">
                  <c:v>4.2459016393400004</c:v>
                </c:pt>
                <c:pt idx="263">
                  <c:v>4.2918032786899998</c:v>
                </c:pt>
                <c:pt idx="264">
                  <c:v>4.3205193148700003</c:v>
                </c:pt>
                <c:pt idx="265">
                  <c:v>4.3639344262300002</c:v>
                </c:pt>
                <c:pt idx="266">
                  <c:v>4.4060309559600004</c:v>
                </c:pt>
                <c:pt idx="267">
                  <c:v>4.4360655737699997</c:v>
                </c:pt>
                <c:pt idx="268">
                  <c:v>4.4754098360699999</c:v>
                </c:pt>
                <c:pt idx="269">
                  <c:v>4.50819672131</c:v>
                </c:pt>
                <c:pt idx="270">
                  <c:v>4.5442622950800002</c:v>
                </c:pt>
                <c:pt idx="271">
                  <c:v>4.5901639344299996</c:v>
                </c:pt>
                <c:pt idx="272">
                  <c:v>4.6195960919600001</c:v>
                </c:pt>
                <c:pt idx="273">
                  <c:v>4.6557377049199999</c:v>
                </c:pt>
                <c:pt idx="274">
                  <c:v>4.7065573770500002</c:v>
                </c:pt>
                <c:pt idx="275">
                  <c:v>4.7377049180300004</c:v>
                </c:pt>
                <c:pt idx="276">
                  <c:v>4.7786885245899997</c:v>
                </c:pt>
                <c:pt idx="277">
                  <c:v>4.8148048456200003</c:v>
                </c:pt>
                <c:pt idx="278">
                  <c:v>4.8508196721300001</c:v>
                </c:pt>
                <c:pt idx="279">
                  <c:v>4.9016393442600004</c:v>
                </c:pt>
                <c:pt idx="280">
                  <c:v>4.9344262295099997</c:v>
                </c:pt>
                <c:pt idx="281">
                  <c:v>4.9672131147499998</c:v>
                </c:pt>
                <c:pt idx="282">
                  <c:v>5.0131147541000001</c:v>
                </c:pt>
                <c:pt idx="283">
                  <c:v>5.0491803278700003</c:v>
                </c:pt>
                <c:pt idx="284">
                  <c:v>5.0819672131100004</c:v>
                </c:pt>
                <c:pt idx="285">
                  <c:v>5.1213114754099998</c:v>
                </c:pt>
                <c:pt idx="286">
                  <c:v>5.15737704918</c:v>
                </c:pt>
                <c:pt idx="287">
                  <c:v>5.1934426229500001</c:v>
                </c:pt>
                <c:pt idx="288">
                  <c:v>5.2459016393400004</c:v>
                </c:pt>
                <c:pt idx="289">
                  <c:v>5.2786885245899997</c:v>
                </c:pt>
                <c:pt idx="290">
                  <c:v>5.3114754098399999</c:v>
                </c:pt>
                <c:pt idx="291">
                  <c:v>5.3557377049200001</c:v>
                </c:pt>
                <c:pt idx="292">
                  <c:v>5.3918032786900003</c:v>
                </c:pt>
                <c:pt idx="293">
                  <c:v>5.4278688524599996</c:v>
                </c:pt>
                <c:pt idx="294">
                  <c:v>5.4754098360699999</c:v>
                </c:pt>
                <c:pt idx="295">
                  <c:v>5.50819672131</c:v>
                </c:pt>
                <c:pt idx="296">
                  <c:v>5.5409836065600002</c:v>
                </c:pt>
                <c:pt idx="297">
                  <c:v>5.5901639344299996</c:v>
                </c:pt>
                <c:pt idx="298">
                  <c:v>5.6235193310599998</c:v>
                </c:pt>
                <c:pt idx="299">
                  <c:v>5.6557377049199999</c:v>
                </c:pt>
                <c:pt idx="300">
                  <c:v>5.6983606557400002</c:v>
                </c:pt>
                <c:pt idx="301">
                  <c:v>5.7377049180300004</c:v>
                </c:pt>
                <c:pt idx="302">
                  <c:v>5.77427574773</c:v>
                </c:pt>
                <c:pt idx="303">
                  <c:v>5.8196721311499999</c:v>
                </c:pt>
                <c:pt idx="304">
                  <c:v>5.8606557377000001</c:v>
                </c:pt>
                <c:pt idx="305">
                  <c:v>5.8967213114800003</c:v>
                </c:pt>
                <c:pt idx="306">
                  <c:v>5.9327868852499996</c:v>
                </c:pt>
                <c:pt idx="307">
                  <c:v>5.9688524590199998</c:v>
                </c:pt>
                <c:pt idx="308">
                  <c:v>6.0104439428600003</c:v>
                </c:pt>
                <c:pt idx="309">
                  <c:v>6.0409836065600002</c:v>
                </c:pt>
                <c:pt idx="310">
                  <c:v>6.0819672131100004</c:v>
                </c:pt>
                <c:pt idx="311">
                  <c:v>6.1311475409799998</c:v>
                </c:pt>
                <c:pt idx="312">
                  <c:v>6.16393442623</c:v>
                </c:pt>
                <c:pt idx="313">
                  <c:v>6.1967213114800002</c:v>
                </c:pt>
                <c:pt idx="314">
                  <c:v>6.2393442623000004</c:v>
                </c:pt>
                <c:pt idx="315">
                  <c:v>6.2786885245899997</c:v>
                </c:pt>
                <c:pt idx="316">
                  <c:v>6.3132781704900003</c:v>
                </c:pt>
                <c:pt idx="317">
                  <c:v>6.3606557377000001</c:v>
                </c:pt>
                <c:pt idx="318">
                  <c:v>6.4016393442600004</c:v>
                </c:pt>
                <c:pt idx="319">
                  <c:v>6.4377049180299997</c:v>
                </c:pt>
                <c:pt idx="320">
                  <c:v>6.4737704917999999</c:v>
                </c:pt>
                <c:pt idx="321">
                  <c:v>6.5098360655700001</c:v>
                </c:pt>
                <c:pt idx="322">
                  <c:v>6.5573770491800003</c:v>
                </c:pt>
                <c:pt idx="323">
                  <c:v>6.5901639344299996</c:v>
                </c:pt>
                <c:pt idx="324">
                  <c:v>6.6229508196699998</c:v>
                </c:pt>
                <c:pt idx="325">
                  <c:v>6.67213114754</c:v>
                </c:pt>
                <c:pt idx="326">
                  <c:v>6.7153782856599999</c:v>
                </c:pt>
                <c:pt idx="327">
                  <c:v>6.7502985262599999</c:v>
                </c:pt>
                <c:pt idx="328">
                  <c:v>6.7868852458999998</c:v>
                </c:pt>
                <c:pt idx="329">
                  <c:v>6.83442622951</c:v>
                </c:pt>
                <c:pt idx="330">
                  <c:v>6.8688524590200002</c:v>
                </c:pt>
                <c:pt idx="331">
                  <c:v>6.9025940220599997</c:v>
                </c:pt>
                <c:pt idx="332">
                  <c:v>6.9426229508199997</c:v>
                </c:pt>
                <c:pt idx="333">
                  <c:v>6.9836065573799999</c:v>
                </c:pt>
                <c:pt idx="334">
                  <c:v>7.0199829036999999</c:v>
                </c:pt>
                <c:pt idx="335">
                  <c:v>7.0583255019099997</c:v>
                </c:pt>
                <c:pt idx="336">
                  <c:v>7.0983606557399996</c:v>
                </c:pt>
                <c:pt idx="337">
                  <c:v>7.1409836065599999</c:v>
                </c:pt>
                <c:pt idx="338">
                  <c:v>7.1774279352199999</c:v>
                </c:pt>
                <c:pt idx="339">
                  <c:v>7.2175704860599996</c:v>
                </c:pt>
                <c:pt idx="340">
                  <c:v>7.2622950819699996</c:v>
                </c:pt>
                <c:pt idx="341">
                  <c:v>7.3032786885199998</c:v>
                </c:pt>
                <c:pt idx="342">
                  <c:v>7.3393442623</c:v>
                </c:pt>
                <c:pt idx="343">
                  <c:v>7.3770491803300002</c:v>
                </c:pt>
                <c:pt idx="344">
                  <c:v>7.4114754098400004</c:v>
                </c:pt>
                <c:pt idx="345">
                  <c:v>7.4590163934399998</c:v>
                </c:pt>
                <c:pt idx="346">
                  <c:v>7.50163934426</c:v>
                </c:pt>
                <c:pt idx="347">
                  <c:v>7.5377049180300002</c:v>
                </c:pt>
                <c:pt idx="348">
                  <c:v>7.5737704918000004</c:v>
                </c:pt>
                <c:pt idx="349">
                  <c:v>7.6098360655699997</c:v>
                </c:pt>
                <c:pt idx="350">
                  <c:v>7.6557377049199999</c:v>
                </c:pt>
                <c:pt idx="351">
                  <c:v>7.6885245901600001</c:v>
                </c:pt>
                <c:pt idx="352">
                  <c:v>7.7213114754100003</c:v>
                </c:pt>
                <c:pt idx="353">
                  <c:v>7.7704918032799997</c:v>
                </c:pt>
                <c:pt idx="354">
                  <c:v>7.8081967213099999</c:v>
                </c:pt>
                <c:pt idx="355">
                  <c:v>7.8442622950800001</c:v>
                </c:pt>
                <c:pt idx="356">
                  <c:v>7.8852459016400003</c:v>
                </c:pt>
                <c:pt idx="357">
                  <c:v>7.9180327868899996</c:v>
                </c:pt>
                <c:pt idx="358">
                  <c:v>7.9704918032799998</c:v>
                </c:pt>
                <c:pt idx="359">
                  <c:v>8.0163934426200001</c:v>
                </c:pt>
                <c:pt idx="360">
                  <c:v>8.0491803278699994</c:v>
                </c:pt>
                <c:pt idx="361">
                  <c:v>8.0819672131099995</c:v>
                </c:pt>
                <c:pt idx="362">
                  <c:v>8.1327868852500007</c:v>
                </c:pt>
                <c:pt idx="363">
                  <c:v>8.1803278688500001</c:v>
                </c:pt>
                <c:pt idx="364">
                  <c:v>8.2131147540999994</c:v>
                </c:pt>
                <c:pt idx="365">
                  <c:v>8.2513905319000003</c:v>
                </c:pt>
                <c:pt idx="366">
                  <c:v>8.2950819672100007</c:v>
                </c:pt>
                <c:pt idx="367">
                  <c:v>8.33114754098</c:v>
                </c:pt>
                <c:pt idx="368">
                  <c:v>8.3770491803299993</c:v>
                </c:pt>
                <c:pt idx="369">
                  <c:v>8.4098360655699995</c:v>
                </c:pt>
                <c:pt idx="370">
                  <c:v>8.4426229508200006</c:v>
                </c:pt>
                <c:pt idx="371">
                  <c:v>8.4934426229500009</c:v>
                </c:pt>
                <c:pt idx="372">
                  <c:v>8.5409836065599993</c:v>
                </c:pt>
                <c:pt idx="373">
                  <c:v>8.5737704917999995</c:v>
                </c:pt>
                <c:pt idx="374">
                  <c:v>8.6196721311500006</c:v>
                </c:pt>
                <c:pt idx="375">
                  <c:v>8.6557377049199999</c:v>
                </c:pt>
                <c:pt idx="376">
                  <c:v>8.7049180327899993</c:v>
                </c:pt>
                <c:pt idx="377">
                  <c:v>8.7459016393399995</c:v>
                </c:pt>
                <c:pt idx="378">
                  <c:v>8.7819672131100006</c:v>
                </c:pt>
                <c:pt idx="379">
                  <c:v>8.8196721311499999</c:v>
                </c:pt>
                <c:pt idx="380">
                  <c:v>8.8540983606600001</c:v>
                </c:pt>
                <c:pt idx="381">
                  <c:v>8.9016393442599995</c:v>
                </c:pt>
                <c:pt idx="382">
                  <c:v>8.9442622950799997</c:v>
                </c:pt>
                <c:pt idx="383">
                  <c:v>8.9803278688500008</c:v>
                </c:pt>
                <c:pt idx="384">
                  <c:v>9.0216203723399992</c:v>
                </c:pt>
                <c:pt idx="385">
                  <c:v>9.1065573770500006</c:v>
                </c:pt>
                <c:pt idx="386">
                  <c:v>9.1786885245899992</c:v>
                </c:pt>
                <c:pt idx="387">
                  <c:v>9.2508196721299996</c:v>
                </c:pt>
                <c:pt idx="388">
                  <c:v>9.34098360656</c:v>
                </c:pt>
                <c:pt idx="389">
                  <c:v>9.4131147541000004</c:v>
                </c:pt>
                <c:pt idx="390">
                  <c:v>9.4852459016400008</c:v>
                </c:pt>
                <c:pt idx="391">
                  <c:v>9.5754098360699995</c:v>
                </c:pt>
                <c:pt idx="392">
                  <c:v>9.6461187134900008</c:v>
                </c:pt>
                <c:pt idx="393">
                  <c:v>9.7196721311500003</c:v>
                </c:pt>
                <c:pt idx="394">
                  <c:v>9.7918032786900007</c:v>
                </c:pt>
                <c:pt idx="395">
                  <c:v>9.8639344262299993</c:v>
                </c:pt>
              </c:numCache>
            </c:numRef>
          </c:xVal>
          <c:yVal>
            <c:numRef>
              <c:f>'Chart Data'!$F$2:$F$397</c:f>
              <c:numCache>
                <c:formatCode>#,##0</c:formatCode>
                <c:ptCount val="396"/>
                <c:pt idx="0">
                  <c:v>0</c:v>
                </c:pt>
                <c:pt idx="1">
                  <c:v>1.01105398894E-2</c:v>
                </c:pt>
                <c:pt idx="2">
                  <c:v>1.11810871483E-2</c:v>
                </c:pt>
                <c:pt idx="3">
                  <c:v>1.2631586913999999E-2</c:v>
                </c:pt>
                <c:pt idx="4">
                  <c:v>1.39505865604E-2</c:v>
                </c:pt>
                <c:pt idx="5">
                  <c:v>1.5780354241300001E-2</c:v>
                </c:pt>
                <c:pt idx="6">
                  <c:v>1.7405047561399999E-2</c:v>
                </c:pt>
                <c:pt idx="7">
                  <c:v>1.9712782896000001E-2</c:v>
                </c:pt>
                <c:pt idx="8">
                  <c:v>2.1713471828399999E-2</c:v>
                </c:pt>
                <c:pt idx="9">
                  <c:v>2.4623412347900001E-2</c:v>
                </c:pt>
                <c:pt idx="10">
                  <c:v>2.7086399708199999E-2</c:v>
                </c:pt>
                <c:pt idx="11">
                  <c:v>3.0754878525200001E-2</c:v>
                </c:pt>
                <c:pt idx="12">
                  <c:v>3.3786057300199998E-2</c:v>
                </c:pt>
                <c:pt idx="13">
                  <c:v>3.84097269427E-2</c:v>
                </c:pt>
                <c:pt idx="14">
                  <c:v>4.2138957677699998E-2</c:v>
                </c:pt>
                <c:pt idx="15">
                  <c:v>4.7965096499599999E-2</c:v>
                </c:pt>
                <c:pt idx="16">
                  <c:v>5.2551540126400002E-2</c:v>
                </c:pt>
                <c:pt idx="17">
                  <c:v>5.9890959375699999E-2</c:v>
                </c:pt>
                <c:pt idx="18">
                  <c:v>6.55295664124E-2</c:v>
                </c:pt>
                <c:pt idx="19">
                  <c:v>7.4772761300199997E-2</c:v>
                </c:pt>
                <c:pt idx="20">
                  <c:v>8.1710868757499999E-2</c:v>
                </c:pt>
                <c:pt idx="21">
                  <c:v>9.3257101345899998E-2</c:v>
                </c:pt>
                <c:pt idx="22">
                  <c:v>0.10199430344300001</c:v>
                </c:pt>
                <c:pt idx="23">
                  <c:v>0.11624530019</c:v>
                </c:pt>
                <c:pt idx="24">
                  <c:v>0.12729221476499999</c:v>
                </c:pt>
                <c:pt idx="25">
                  <c:v>0.14487547653800001</c:v>
                </c:pt>
                <c:pt idx="26">
                  <c:v>0.158836172345</c:v>
                </c:pt>
                <c:pt idx="27">
                  <c:v>0.18052267041</c:v>
                </c:pt>
                <c:pt idx="28">
                  <c:v>0.198157030599</c:v>
                </c:pt>
                <c:pt idx="29">
                  <c:v>0.22489326505599999</c:v>
                </c:pt>
                <c:pt idx="30">
                  <c:v>0.247156404478</c:v>
                </c:pt>
                <c:pt idx="31">
                  <c:v>0.28010335901099997</c:v>
                </c:pt>
                <c:pt idx="32">
                  <c:v>0.308194723635</c:v>
                </c:pt>
                <c:pt idx="33">
                  <c:v>0.34877510277399998</c:v>
                </c:pt>
                <c:pt idx="34">
                  <c:v>0.38419951755100001</c:v>
                </c:pt>
                <c:pt idx="35">
                  <c:v>0.43415489525099998</c:v>
                </c:pt>
                <c:pt idx="36">
                  <c:v>0.478798312989</c:v>
                </c:pt>
                <c:pt idx="37">
                  <c:v>0.540258092445</c:v>
                </c:pt>
                <c:pt idx="38">
                  <c:v>0.59648136889000003</c:v>
                </c:pt>
                <c:pt idx="39">
                  <c:v>0.67204575077999995</c:v>
                </c:pt>
                <c:pt idx="40">
                  <c:v>0.74280043784799998</c:v>
                </c:pt>
                <c:pt idx="41">
                  <c:v>0.83563991177399999</c:v>
                </c:pt>
                <c:pt idx="42">
                  <c:v>0.92461082633699998</c:v>
                </c:pt>
                <c:pt idx="43">
                  <c:v>1.0385850275599999</c:v>
                </c:pt>
                <c:pt idx="44">
                  <c:v>1.15036521683</c:v>
                </c:pt>
                <c:pt idx="45">
                  <c:v>1.29016431029</c:v>
                </c:pt>
                <c:pt idx="46">
                  <c:v>1.43046898707</c:v>
                </c:pt>
                <c:pt idx="47">
                  <c:v>1.6017810269299999</c:v>
                </c:pt>
                <c:pt idx="48">
                  <c:v>1.77770806663</c:v>
                </c:pt>
                <c:pt idx="49">
                  <c:v>1.9874159939</c:v>
                </c:pt>
                <c:pt idx="50">
                  <c:v>2.2077616278600001</c:v>
                </c:pt>
                <c:pt idx="51">
                  <c:v>2.4641736574999999</c:v>
                </c:pt>
                <c:pt idx="52">
                  <c:v>2.73981299627</c:v>
                </c:pt>
                <c:pt idx="53">
                  <c:v>3.0529300353300002</c:v>
                </c:pt>
                <c:pt idx="54">
                  <c:v>3.3972729039199998</c:v>
                </c:pt>
                <c:pt idx="55">
                  <c:v>3.7790962372600001</c:v>
                </c:pt>
                <c:pt idx="56">
                  <c:v>4.2086293498999998</c:v>
                </c:pt>
                <c:pt idx="57">
                  <c:v>4.67351100592</c:v>
                </c:pt>
                <c:pt idx="58">
                  <c:v>5.2084375328099997</c:v>
                </c:pt>
                <c:pt idx="59">
                  <c:v>5.7734743439800003</c:v>
                </c:pt>
                <c:pt idx="60">
                  <c:v>6.43846113691</c:v>
                </c:pt>
                <c:pt idx="61">
                  <c:v>7.1239313545799998</c:v>
                </c:pt>
                <c:pt idx="62">
                  <c:v>7.9489721206599997</c:v>
                </c:pt>
                <c:pt idx="63">
                  <c:v>8.7788103190700006</c:v>
                </c:pt>
                <c:pt idx="64">
                  <c:v>9.8002093868499998</c:v>
                </c:pt>
                <c:pt idx="65">
                  <c:v>10.6517660212</c:v>
                </c:pt>
                <c:pt idx="66">
                  <c:v>11.731950876300001</c:v>
                </c:pt>
                <c:pt idx="67">
                  <c:v>12.7379775691</c:v>
                </c:pt>
                <c:pt idx="68">
                  <c:v>14.228744796799999</c:v>
                </c:pt>
                <c:pt idx="69">
                  <c:v>15.6275516606</c:v>
                </c:pt>
                <c:pt idx="70">
                  <c:v>17.459697045599999</c:v>
                </c:pt>
                <c:pt idx="71">
                  <c:v>19.136154600800001</c:v>
                </c:pt>
                <c:pt idx="72">
                  <c:v>21.380858502100001</c:v>
                </c:pt>
                <c:pt idx="73">
                  <c:v>23.383439024099999</c:v>
                </c:pt>
                <c:pt idx="74">
                  <c:v>26.124228630499999</c:v>
                </c:pt>
                <c:pt idx="75">
                  <c:v>28.507702174999999</c:v>
                </c:pt>
                <c:pt idx="76">
                  <c:v>31.841718028199999</c:v>
                </c:pt>
                <c:pt idx="77">
                  <c:v>34.667268950999997</c:v>
                </c:pt>
                <c:pt idx="78">
                  <c:v>37.460426443999999</c:v>
                </c:pt>
                <c:pt idx="79">
                  <c:v>41.005358030700002</c:v>
                </c:pt>
                <c:pt idx="80">
                  <c:v>45.154120874199997</c:v>
                </c:pt>
                <c:pt idx="81">
                  <c:v>48.949327956499999</c:v>
                </c:pt>
                <c:pt idx="82">
                  <c:v>54.588819286700001</c:v>
                </c:pt>
                <c:pt idx="83">
                  <c:v>59.028998778099997</c:v>
                </c:pt>
                <c:pt idx="84">
                  <c:v>65.769240244499997</c:v>
                </c:pt>
                <c:pt idx="85">
                  <c:v>70.785820856699999</c:v>
                </c:pt>
                <c:pt idx="86">
                  <c:v>76.265649407200002</c:v>
                </c:pt>
                <c:pt idx="87">
                  <c:v>81.945159996800001</c:v>
                </c:pt>
                <c:pt idx="88">
                  <c:v>91.102199859300001</c:v>
                </c:pt>
                <c:pt idx="89">
                  <c:v>97.784108918499996</c:v>
                </c:pt>
                <c:pt idx="90">
                  <c:v>108.498312141</c:v>
                </c:pt>
                <c:pt idx="91">
                  <c:v>116.18151222100001</c:v>
                </c:pt>
                <c:pt idx="92">
                  <c:v>124.46722192199999</c:v>
                </c:pt>
                <c:pt idx="93">
                  <c:v>133.132038147</c:v>
                </c:pt>
                <c:pt idx="94">
                  <c:v>146.74215988200001</c:v>
                </c:pt>
                <c:pt idx="95">
                  <c:v>156.588692568</c:v>
                </c:pt>
                <c:pt idx="96">
                  <c:v>167.431132314</c:v>
                </c:pt>
                <c:pt idx="97">
                  <c:v>178.42812030900001</c:v>
                </c:pt>
                <c:pt idx="98">
                  <c:v>195.26127254400001</c:v>
                </c:pt>
                <c:pt idx="99">
                  <c:v>207.56523724900001</c:v>
                </c:pt>
                <c:pt idx="100">
                  <c:v>221.38054951800001</c:v>
                </c:pt>
                <c:pt idx="101">
                  <c:v>234.97003916200001</c:v>
                </c:pt>
                <c:pt idx="102">
                  <c:v>249.15936262400001</c:v>
                </c:pt>
                <c:pt idx="103">
                  <c:v>270.182236864</c:v>
                </c:pt>
                <c:pt idx="104">
                  <c:v>285.74084230800003</c:v>
                </c:pt>
                <c:pt idx="105">
                  <c:v>301.90174372000001</c:v>
                </c:pt>
                <c:pt idx="106">
                  <c:v>320.526137549</c:v>
                </c:pt>
                <c:pt idx="107">
                  <c:v>336.02195219399999</c:v>
                </c:pt>
                <c:pt idx="108">
                  <c:v>356.17818773800002</c:v>
                </c:pt>
                <c:pt idx="109">
                  <c:v>374.89151785500002</c:v>
                </c:pt>
                <c:pt idx="110">
                  <c:v>393.687366532</c:v>
                </c:pt>
                <c:pt idx="111">
                  <c:v>414.03831005400002</c:v>
                </c:pt>
                <c:pt idx="112">
                  <c:v>431.48444532000002</c:v>
                </c:pt>
                <c:pt idx="113">
                  <c:v>455.37816440500001</c:v>
                </c:pt>
                <c:pt idx="114">
                  <c:v>473.466234128</c:v>
                </c:pt>
                <c:pt idx="115">
                  <c:v>498.75671139899998</c:v>
                </c:pt>
                <c:pt idx="116">
                  <c:v>517.38702320300001</c:v>
                </c:pt>
                <c:pt idx="117">
                  <c:v>540.01168411799995</c:v>
                </c:pt>
                <c:pt idx="118">
                  <c:v>563.04092233400002</c:v>
                </c:pt>
                <c:pt idx="119">
                  <c:v>586.44308260000003</c:v>
                </c:pt>
                <c:pt idx="120">
                  <c:v>607.83671003100005</c:v>
                </c:pt>
                <c:pt idx="121">
                  <c:v>626.84354828699998</c:v>
                </c:pt>
                <c:pt idx="122">
                  <c:v>651.21761298399997</c:v>
                </c:pt>
                <c:pt idx="123">
                  <c:v>672.170004414</c:v>
                </c:pt>
                <c:pt idx="124">
                  <c:v>695.401049392</c:v>
                </c:pt>
                <c:pt idx="125">
                  <c:v>720.18398085900003</c:v>
                </c:pt>
                <c:pt idx="126">
                  <c:v>738.11259318199996</c:v>
                </c:pt>
                <c:pt idx="127">
                  <c:v>758.34386222900002</c:v>
                </c:pt>
                <c:pt idx="128">
                  <c:v>784.52706083400005</c:v>
                </c:pt>
                <c:pt idx="129">
                  <c:v>809.527342847</c:v>
                </c:pt>
                <c:pt idx="130">
                  <c:v>832.354842598</c:v>
                </c:pt>
                <c:pt idx="131">
                  <c:v>850.865135194</c:v>
                </c:pt>
                <c:pt idx="132">
                  <c:v>869.43188064000003</c:v>
                </c:pt>
                <c:pt idx="133">
                  <c:v>887.94744370199999</c:v>
                </c:pt>
                <c:pt idx="134">
                  <c:v>908.71595496299994</c:v>
                </c:pt>
                <c:pt idx="135">
                  <c:v>929.96142380599997</c:v>
                </c:pt>
                <c:pt idx="136">
                  <c:v>948.37282473000005</c:v>
                </c:pt>
                <c:pt idx="137">
                  <c:v>965.47004893999997</c:v>
                </c:pt>
                <c:pt idx="138">
                  <c:v>983.47108275599999</c:v>
                </c:pt>
                <c:pt idx="139">
                  <c:v>999.85574162800003</c:v>
                </c:pt>
                <c:pt idx="140">
                  <c:v>1019.78512058</c:v>
                </c:pt>
                <c:pt idx="141">
                  <c:v>1034.06611692</c:v>
                </c:pt>
                <c:pt idx="142">
                  <c:v>1050.1265388700001</c:v>
                </c:pt>
                <c:pt idx="143">
                  <c:v>1064.85057108</c:v>
                </c:pt>
                <c:pt idx="144">
                  <c:v>1079.07901107</c:v>
                </c:pt>
                <c:pt idx="145">
                  <c:v>1091.7602626400001</c:v>
                </c:pt>
                <c:pt idx="146">
                  <c:v>1104.7940711700001</c:v>
                </c:pt>
                <c:pt idx="147">
                  <c:v>1117.2438659699999</c:v>
                </c:pt>
                <c:pt idx="148">
                  <c:v>1129.45300286</c:v>
                </c:pt>
                <c:pt idx="149">
                  <c:v>1145.2820286900001</c:v>
                </c:pt>
                <c:pt idx="150">
                  <c:v>1155.4247298</c:v>
                </c:pt>
                <c:pt idx="151">
                  <c:v>1164.2261078199999</c:v>
                </c:pt>
                <c:pt idx="152">
                  <c:v>1174.88060589</c:v>
                </c:pt>
                <c:pt idx="153">
                  <c:v>1182.6336911999999</c:v>
                </c:pt>
                <c:pt idx="154">
                  <c:v>1190.65152521</c:v>
                </c:pt>
                <c:pt idx="155">
                  <c:v>1201.90502414</c:v>
                </c:pt>
                <c:pt idx="156">
                  <c:v>1208.8821656800001</c:v>
                </c:pt>
                <c:pt idx="157">
                  <c:v>1215.91996703</c:v>
                </c:pt>
                <c:pt idx="158">
                  <c:v>1224.1391978199999</c:v>
                </c:pt>
                <c:pt idx="159">
                  <c:v>1230.2080346400001</c:v>
                </c:pt>
                <c:pt idx="160">
                  <c:v>1236.0330382</c:v>
                </c:pt>
                <c:pt idx="161">
                  <c:v>1242.3769890599999</c:v>
                </c:pt>
                <c:pt idx="162">
                  <c:v>1248.91576218</c:v>
                </c:pt>
                <c:pt idx="163">
                  <c:v>1253.55627267</c:v>
                </c:pt>
                <c:pt idx="164">
                  <c:v>1260.13163132</c:v>
                </c:pt>
                <c:pt idx="165">
                  <c:v>1264.87642869</c:v>
                </c:pt>
                <c:pt idx="166">
                  <c:v>1269.1094365500001</c:v>
                </c:pt>
                <c:pt idx="167">
                  <c:v>1273.1098360200001</c:v>
                </c:pt>
                <c:pt idx="168">
                  <c:v>1276.8811525399999</c:v>
                </c:pt>
                <c:pt idx="169">
                  <c:v>1280.4272597300001</c:v>
                </c:pt>
                <c:pt idx="170">
                  <c:v>1283.7523619399999</c:v>
                </c:pt>
                <c:pt idx="171">
                  <c:v>1286.4060035</c:v>
                </c:pt>
                <c:pt idx="172">
                  <c:v>1289.753952</c:v>
                </c:pt>
                <c:pt idx="173">
                  <c:v>1291.74231777</c:v>
                </c:pt>
                <c:pt idx="174">
                  <c:v>1294.1357317300001</c:v>
                </c:pt>
                <c:pt idx="175">
                  <c:v>1296.1888717100001</c:v>
                </c:pt>
                <c:pt idx="176">
                  <c:v>1297.8377399000001</c:v>
                </c:pt>
                <c:pt idx="177">
                  <c:v>1299.8710447799999</c:v>
                </c:pt>
                <c:pt idx="178">
                  <c:v>1301.8662091599999</c:v>
                </c:pt>
                <c:pt idx="179">
                  <c:v>1303.26403878</c:v>
                </c:pt>
                <c:pt idx="180">
                  <c:v>1304.5950326899999</c:v>
                </c:pt>
                <c:pt idx="181">
                  <c:v>1305.96721974</c:v>
                </c:pt>
                <c:pt idx="182">
                  <c:v>1306.89624951</c:v>
                </c:pt>
                <c:pt idx="183">
                  <c:v>1307.8982067699999</c:v>
                </c:pt>
                <c:pt idx="184">
                  <c:v>1308.44518191</c:v>
                </c:pt>
                <c:pt idx="185">
                  <c:v>1309.3335513699999</c:v>
                </c:pt>
                <c:pt idx="186">
                  <c:v>1310.05260357</c:v>
                </c:pt>
                <c:pt idx="187">
                  <c:v>1310.5684638</c:v>
                </c:pt>
                <c:pt idx="188">
                  <c:v>1310.99451531</c:v>
                </c:pt>
                <c:pt idx="189">
                  <c:v>1311.3221719000001</c:v>
                </c:pt>
                <c:pt idx="190">
                  <c:v>1311.7276454099999</c:v>
                </c:pt>
                <c:pt idx="191">
                  <c:v>1311.99364535</c:v>
                </c:pt>
                <c:pt idx="192">
                  <c:v>1312.1230504800001</c:v>
                </c:pt>
                <c:pt idx="193">
                  <c:v>1312.2184587700001</c:v>
                </c:pt>
                <c:pt idx="194">
                  <c:v>1312.28211824</c:v>
                </c:pt>
                <c:pt idx="195">
                  <c:v>1312.29122179</c:v>
                </c:pt>
                <c:pt idx="196">
                  <c:v>1312.2878652700001</c:v>
                </c:pt>
                <c:pt idx="197">
                  <c:v>1312.23996519</c:v>
                </c:pt>
                <c:pt idx="198">
                  <c:v>1312.1645914200001</c:v>
                </c:pt>
                <c:pt idx="199">
                  <c:v>1312.0071723900001</c:v>
                </c:pt>
                <c:pt idx="200">
                  <c:v>1311.8679042799999</c:v>
                </c:pt>
                <c:pt idx="201">
                  <c:v>1311.6975013799999</c:v>
                </c:pt>
                <c:pt idx="202">
                  <c:v>1311.49577821</c:v>
                </c:pt>
                <c:pt idx="203">
                  <c:v>1311.2195436</c:v>
                </c:pt>
                <c:pt idx="204">
                  <c:v>1310.92212182</c:v>
                </c:pt>
                <c:pt idx="205">
                  <c:v>1310.5421424599999</c:v>
                </c:pt>
                <c:pt idx="206">
                  <c:v>1310.2842548199999</c:v>
                </c:pt>
                <c:pt idx="207">
                  <c:v>1309.90065108</c:v>
                </c:pt>
                <c:pt idx="208">
                  <c:v>1309.3410073800001</c:v>
                </c:pt>
                <c:pt idx="209">
                  <c:v>1309.09764524</c:v>
                </c:pt>
                <c:pt idx="210">
                  <c:v>1308.6041639499999</c:v>
                </c:pt>
                <c:pt idx="211">
                  <c:v>1308.1576500000001</c:v>
                </c:pt>
                <c:pt idx="212">
                  <c:v>1307.8444759900001</c:v>
                </c:pt>
                <c:pt idx="213">
                  <c:v>1307.15345192</c:v>
                </c:pt>
                <c:pt idx="214">
                  <c:v>1306.8938279900001</c:v>
                </c:pt>
                <c:pt idx="215">
                  <c:v>1306.2523286600001</c:v>
                </c:pt>
                <c:pt idx="216">
                  <c:v>1305.8259767500001</c:v>
                </c:pt>
                <c:pt idx="217">
                  <c:v>1305.3594266800001</c:v>
                </c:pt>
                <c:pt idx="218">
                  <c:v>1304.7178692699999</c:v>
                </c:pt>
                <c:pt idx="219">
                  <c:v>1304.1770790400001</c:v>
                </c:pt>
                <c:pt idx="220">
                  <c:v>1303.5771130799999</c:v>
                </c:pt>
                <c:pt idx="221">
                  <c:v>1303.1289857500001</c:v>
                </c:pt>
                <c:pt idx="222">
                  <c:v>1302.47064314</c:v>
                </c:pt>
                <c:pt idx="223">
                  <c:v>1302.06077983</c:v>
                </c:pt>
                <c:pt idx="224">
                  <c:v>1301.4162433500001</c:v>
                </c:pt>
                <c:pt idx="225">
                  <c:v>1300.7025976</c:v>
                </c:pt>
                <c:pt idx="226">
                  <c:v>1300.31846438</c:v>
                </c:pt>
                <c:pt idx="227">
                  <c:v>1299.6012384400001</c:v>
                </c:pt>
                <c:pt idx="228">
                  <c:v>1299.1020465399999</c:v>
                </c:pt>
                <c:pt idx="229">
                  <c:v>1298.48928929</c:v>
                </c:pt>
                <c:pt idx="230">
                  <c:v>1297.9299680300001</c:v>
                </c:pt>
                <c:pt idx="231">
                  <c:v>1297.25623731</c:v>
                </c:pt>
                <c:pt idx="232">
                  <c:v>1296.80569509</c:v>
                </c:pt>
                <c:pt idx="233">
                  <c:v>1296.0148775099999</c:v>
                </c:pt>
                <c:pt idx="234">
                  <c:v>1295.61879735</c:v>
                </c:pt>
                <c:pt idx="235">
                  <c:v>1294.8238077399999</c:v>
                </c:pt>
                <c:pt idx="236">
                  <c:v>1294.3551503199999</c:v>
                </c:pt>
                <c:pt idx="237">
                  <c:v>1293.6850523000001</c:v>
                </c:pt>
                <c:pt idx="238">
                  <c:v>1293.1143557</c:v>
                </c:pt>
                <c:pt idx="239">
                  <c:v>1292.5429123599999</c:v>
                </c:pt>
                <c:pt idx="240">
                  <c:v>1291.8048441399999</c:v>
                </c:pt>
                <c:pt idx="241">
                  <c:v>1291.3121847100001</c:v>
                </c:pt>
                <c:pt idx="242">
                  <c:v>1290.53818961</c:v>
                </c:pt>
                <c:pt idx="243">
                  <c:v>1290.05047059</c:v>
                </c:pt>
                <c:pt idx="244">
                  <c:v>1289.3902132600001</c:v>
                </c:pt>
                <c:pt idx="245">
                  <c:v>1288.7870284400001</c:v>
                </c:pt>
                <c:pt idx="246">
                  <c:v>1287.95362985</c:v>
                </c:pt>
                <c:pt idx="247">
                  <c:v>1287.52240523</c:v>
                </c:pt>
                <c:pt idx="248">
                  <c:v>1286.8035170200001</c:v>
                </c:pt>
                <c:pt idx="249">
                  <c:v>1286.1947563000001</c:v>
                </c:pt>
                <c:pt idx="250">
                  <c:v>1285.6242099200001</c:v>
                </c:pt>
                <c:pt idx="251">
                  <c:v>1284.7899405200001</c:v>
                </c:pt>
                <c:pt idx="252">
                  <c:v>1284.3584125</c:v>
                </c:pt>
                <c:pt idx="253">
                  <c:v>1283.6392189000001</c:v>
                </c:pt>
                <c:pt idx="254">
                  <c:v>1283.06390579</c:v>
                </c:pt>
                <c:pt idx="255">
                  <c:v>1282.20105076</c:v>
                </c:pt>
                <c:pt idx="256">
                  <c:v>1281.6259156199999</c:v>
                </c:pt>
                <c:pt idx="257">
                  <c:v>1281.05087979</c:v>
                </c:pt>
                <c:pt idx="258">
                  <c:v>1280.24602284</c:v>
                </c:pt>
                <c:pt idx="259">
                  <c:v>1279.8867289299999</c:v>
                </c:pt>
                <c:pt idx="260">
                  <c:v>1279.03922732</c:v>
                </c:pt>
                <c:pt idx="261">
                  <c:v>1278.4344227500001</c:v>
                </c:pt>
                <c:pt idx="262">
                  <c:v>1277.8905237500001</c:v>
                </c:pt>
                <c:pt idx="263">
                  <c:v>1277.0868333599999</c:v>
                </c:pt>
                <c:pt idx="264">
                  <c:v>1276.58422449</c:v>
                </c:pt>
                <c:pt idx="265">
                  <c:v>1275.8246156299999</c:v>
                </c:pt>
                <c:pt idx="266">
                  <c:v>1275.0884037400001</c:v>
                </c:pt>
                <c:pt idx="267">
                  <c:v>1274.5633414599999</c:v>
                </c:pt>
                <c:pt idx="268">
                  <c:v>1273.8757915599999</c:v>
                </c:pt>
                <c:pt idx="269">
                  <c:v>1273.3030659000001</c:v>
                </c:pt>
                <c:pt idx="270">
                  <c:v>1272.6733169300001</c:v>
                </c:pt>
                <c:pt idx="271">
                  <c:v>1271.87220314</c:v>
                </c:pt>
                <c:pt idx="272">
                  <c:v>1271.3587590699999</c:v>
                </c:pt>
                <c:pt idx="273">
                  <c:v>1270.72851855</c:v>
                </c:pt>
                <c:pt idx="274">
                  <c:v>1269.8427932</c:v>
                </c:pt>
                <c:pt idx="275">
                  <c:v>1269.3002054599999</c:v>
                </c:pt>
                <c:pt idx="276">
                  <c:v>1268.5865974999999</c:v>
                </c:pt>
                <c:pt idx="277">
                  <c:v>1267.9580459599999</c:v>
                </c:pt>
                <c:pt idx="278">
                  <c:v>1267.33154952</c:v>
                </c:pt>
                <c:pt idx="279">
                  <c:v>1266.44800934</c:v>
                </c:pt>
                <c:pt idx="280">
                  <c:v>1265.87829235</c:v>
                </c:pt>
                <c:pt idx="281">
                  <c:v>1265.3088190000001</c:v>
                </c:pt>
                <c:pt idx="282">
                  <c:v>1264.51196753</c:v>
                </c:pt>
                <c:pt idx="283">
                  <c:v>1263.88620793</c:v>
                </c:pt>
                <c:pt idx="284">
                  <c:v>1263.3175946399999</c:v>
                </c:pt>
                <c:pt idx="285">
                  <c:v>1262.6355853800001</c:v>
                </c:pt>
                <c:pt idx="286">
                  <c:v>1262.0107241600001</c:v>
                </c:pt>
                <c:pt idx="287">
                  <c:v>1261.386164</c:v>
                </c:pt>
                <c:pt idx="288">
                  <c:v>1260.4782515500001</c:v>
                </c:pt>
                <c:pt idx="289">
                  <c:v>1259.91113116</c:v>
                </c:pt>
                <c:pt idx="290">
                  <c:v>1259.3442611200001</c:v>
                </c:pt>
                <c:pt idx="291">
                  <c:v>1258.5793842200001</c:v>
                </c:pt>
                <c:pt idx="292">
                  <c:v>1257.9564894099999</c:v>
                </c:pt>
                <c:pt idx="293">
                  <c:v>1257.3338986399999</c:v>
                </c:pt>
                <c:pt idx="294">
                  <c:v>1256.5136757800001</c:v>
                </c:pt>
                <c:pt idx="295">
                  <c:v>1255.94831318</c:v>
                </c:pt>
                <c:pt idx="296">
                  <c:v>1255.3832024200001</c:v>
                </c:pt>
                <c:pt idx="297">
                  <c:v>1254.5360087500001</c:v>
                </c:pt>
                <c:pt idx="298">
                  <c:v>1253.96174243</c:v>
                </c:pt>
                <c:pt idx="299">
                  <c:v>1253.4072995500001</c:v>
                </c:pt>
                <c:pt idx="300">
                  <c:v>1252.6741795099999</c:v>
                </c:pt>
                <c:pt idx="301">
                  <c:v>1251.9978316900001</c:v>
                </c:pt>
                <c:pt idx="302">
                  <c:v>1251.3694863400001</c:v>
                </c:pt>
                <c:pt idx="303">
                  <c:v>1250.5899404700001</c:v>
                </c:pt>
                <c:pt idx="304">
                  <c:v>1249.8865860999999</c:v>
                </c:pt>
                <c:pt idx="305">
                  <c:v>1249.26796025</c:v>
                </c:pt>
                <c:pt idx="306">
                  <c:v>1248.6496395700001</c:v>
                </c:pt>
                <c:pt idx="307">
                  <c:v>1248.0316239799999</c:v>
                </c:pt>
                <c:pt idx="308">
                  <c:v>1247.3192957599999</c:v>
                </c:pt>
                <c:pt idx="309">
                  <c:v>1246.7965078899999</c:v>
                </c:pt>
                <c:pt idx="310">
                  <c:v>1246.09528075</c:v>
                </c:pt>
                <c:pt idx="311">
                  <c:v>1245.25432772</c:v>
                </c:pt>
                <c:pt idx="312">
                  <c:v>1244.69400713</c:v>
                </c:pt>
                <c:pt idx="313">
                  <c:v>1244.1339382599999</c:v>
                </c:pt>
                <c:pt idx="314">
                  <c:v>1243.4062249200001</c:v>
                </c:pt>
                <c:pt idx="315">
                  <c:v>1242.7348668499999</c:v>
                </c:pt>
                <c:pt idx="316">
                  <c:v>1242.1449391399999</c:v>
                </c:pt>
                <c:pt idx="317">
                  <c:v>1241.33736692</c:v>
                </c:pt>
                <c:pt idx="318">
                  <c:v>1240.63920583</c:v>
                </c:pt>
                <c:pt idx="319">
                  <c:v>1240.02514862</c:v>
                </c:pt>
                <c:pt idx="320">
                  <c:v>1239.4113951100001</c:v>
                </c:pt>
                <c:pt idx="321">
                  <c:v>1238.7979451799999</c:v>
                </c:pt>
                <c:pt idx="322">
                  <c:v>1237.98977025</c:v>
                </c:pt>
                <c:pt idx="323">
                  <c:v>1237.43271527</c:v>
                </c:pt>
                <c:pt idx="324">
                  <c:v>1236.8759108300001</c:v>
                </c:pt>
                <c:pt idx="325">
                  <c:v>1236.0411736900001</c:v>
                </c:pt>
                <c:pt idx="326">
                  <c:v>1235.3076058500001</c:v>
                </c:pt>
                <c:pt idx="327">
                  <c:v>1234.71559834</c:v>
                </c:pt>
                <c:pt idx="328">
                  <c:v>1234.0956430399999</c:v>
                </c:pt>
                <c:pt idx="329">
                  <c:v>1233.2905346099999</c:v>
                </c:pt>
                <c:pt idx="330">
                  <c:v>1232.70785288</c:v>
                </c:pt>
                <c:pt idx="331">
                  <c:v>1232.1370265600001</c:v>
                </c:pt>
                <c:pt idx="332">
                  <c:v>1231.4601758199999</c:v>
                </c:pt>
                <c:pt idx="333">
                  <c:v>1230.7675675400001</c:v>
                </c:pt>
                <c:pt idx="334">
                  <c:v>1230.15314659</c:v>
                </c:pt>
                <c:pt idx="335">
                  <c:v>1229.5058463099999</c:v>
                </c:pt>
                <c:pt idx="336">
                  <c:v>1228.8303357299999</c:v>
                </c:pt>
                <c:pt idx="337">
                  <c:v>1228.11156925</c:v>
                </c:pt>
                <c:pt idx="338">
                  <c:v>1227.49732855</c:v>
                </c:pt>
                <c:pt idx="339">
                  <c:v>1226.82111272</c:v>
                </c:pt>
                <c:pt idx="340">
                  <c:v>1226.06814936</c:v>
                </c:pt>
                <c:pt idx="341">
                  <c:v>1225.3785733699999</c:v>
                </c:pt>
                <c:pt idx="342">
                  <c:v>1224.7720672999999</c:v>
                </c:pt>
                <c:pt idx="343">
                  <c:v>1224.1383137299999</c:v>
                </c:pt>
                <c:pt idx="344">
                  <c:v>1223.55995555</c:v>
                </c:pt>
                <c:pt idx="345">
                  <c:v>1222.7617196199999</c:v>
                </c:pt>
                <c:pt idx="346">
                  <c:v>1222.04650255</c:v>
                </c:pt>
                <c:pt idx="347">
                  <c:v>1221.44164563</c:v>
                </c:pt>
                <c:pt idx="348">
                  <c:v>1220.8370880699999</c:v>
                </c:pt>
                <c:pt idx="349">
                  <c:v>1220.23282973</c:v>
                </c:pt>
                <c:pt idx="350">
                  <c:v>1219.4642061899999</c:v>
                </c:pt>
                <c:pt idx="351">
                  <c:v>1218.9154857999999</c:v>
                </c:pt>
                <c:pt idx="352">
                  <c:v>1218.36701232</c:v>
                </c:pt>
                <c:pt idx="353">
                  <c:v>1217.54476479</c:v>
                </c:pt>
                <c:pt idx="354">
                  <c:v>1216.91475083</c:v>
                </c:pt>
                <c:pt idx="355">
                  <c:v>1216.3124338299999</c:v>
                </c:pt>
                <c:pt idx="356">
                  <c:v>1215.6283445500001</c:v>
                </c:pt>
                <c:pt idx="357">
                  <c:v>1215.0813501499999</c:v>
                </c:pt>
                <c:pt idx="358">
                  <c:v>1214.20667101</c:v>
                </c:pt>
                <c:pt idx="359">
                  <c:v>1213.4418432699999</c:v>
                </c:pt>
                <c:pt idx="360">
                  <c:v>1212.89583272</c:v>
                </c:pt>
                <c:pt idx="361">
                  <c:v>1212.3500678600001</c:v>
                </c:pt>
                <c:pt idx="362">
                  <c:v>1211.50461759</c:v>
                </c:pt>
                <c:pt idx="363">
                  <c:v>1210.71424626</c:v>
                </c:pt>
                <c:pt idx="364">
                  <c:v>1210.16946304</c:v>
                </c:pt>
                <c:pt idx="365">
                  <c:v>1209.5337870999999</c:v>
                </c:pt>
                <c:pt idx="366">
                  <c:v>1208.8085771900001</c:v>
                </c:pt>
                <c:pt idx="367">
                  <c:v>1208.21027233</c:v>
                </c:pt>
                <c:pt idx="368">
                  <c:v>1207.4492217</c:v>
                </c:pt>
                <c:pt idx="369">
                  <c:v>1206.9059076200001</c:v>
                </c:pt>
                <c:pt idx="370">
                  <c:v>1206.36283802</c:v>
                </c:pt>
                <c:pt idx="371">
                  <c:v>1205.52156302</c:v>
                </c:pt>
                <c:pt idx="372">
                  <c:v>1204.7350949500001</c:v>
                </c:pt>
                <c:pt idx="373">
                  <c:v>1204.19300215</c:v>
                </c:pt>
                <c:pt idx="374">
                  <c:v>1203.4344819800001</c:v>
                </c:pt>
                <c:pt idx="375">
                  <c:v>1202.8388370499999</c:v>
                </c:pt>
                <c:pt idx="376">
                  <c:v>1202.02706906</c:v>
                </c:pt>
                <c:pt idx="377">
                  <c:v>1201.35101424</c:v>
                </c:pt>
                <c:pt idx="378">
                  <c:v>1200.7564005300001</c:v>
                </c:pt>
                <c:pt idx="379">
                  <c:v>1200.1350735999999</c:v>
                </c:pt>
                <c:pt idx="380">
                  <c:v>1199.56805588</c:v>
                </c:pt>
                <c:pt idx="381">
                  <c:v>1198.78547181</c:v>
                </c:pt>
                <c:pt idx="382">
                  <c:v>1198.0842787700001</c:v>
                </c:pt>
                <c:pt idx="383">
                  <c:v>1197.49128195</c:v>
                </c:pt>
                <c:pt idx="384">
                  <c:v>1196.8127033599999</c:v>
                </c:pt>
                <c:pt idx="385">
                  <c:v>1195.41810347</c:v>
                </c:pt>
                <c:pt idx="386">
                  <c:v>1194.2350419300001</c:v>
                </c:pt>
                <c:pt idx="387">
                  <c:v>1193.05315124</c:v>
                </c:pt>
                <c:pt idx="388">
                  <c:v>1191.57743258</c:v>
                </c:pt>
                <c:pt idx="389">
                  <c:v>1190.3981720199999</c:v>
                </c:pt>
                <c:pt idx="390">
                  <c:v>1189.2200785299999</c:v>
                </c:pt>
                <c:pt idx="391">
                  <c:v>1187.7491011</c:v>
                </c:pt>
                <c:pt idx="392">
                  <c:v>1186.59679581</c:v>
                </c:pt>
                <c:pt idx="393">
                  <c:v>1185.39932082</c:v>
                </c:pt>
                <c:pt idx="394">
                  <c:v>1184.22617451</c:v>
                </c:pt>
                <c:pt idx="395">
                  <c:v>1183.0541892199999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40F0-3E42-9F4F-D6CBAF1CF7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600"/>
          <c:min val="0"/>
        </c:scaling>
        <c:delete val="0"/>
        <c:axPos val="l"/>
        <c:majorGridlines>
          <c:spPr>
            <a:ln w="9525">
              <a:solidFill>
                <a:srgbClr val="D7E1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IN">
                    <a:latin typeface="Arial"/>
                    <a:ea typeface="Arial"/>
                    <a:cs typeface="Arial"/>
                  </a:rPr>
                  <a:t>Voltage (kV)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400"/>
      </c:valAx>
      <c:valAx>
        <c:axId val="48650112"/>
        <c:scaling>
          <c:orientation val="minMax"/>
          <c:max val="1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IN">
                    <a:latin typeface="Arial"/>
                    <a:ea typeface="Arial"/>
                    <a:cs typeface="Arial"/>
                  </a:rPr>
                  <a:t>Time (µs)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2"/>
      </c:valAx>
      <c:spPr>
        <a:solidFill>
          <a:srgbClr val="F7F7F2"/>
        </a:solidFill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 anchorCtr="1"/>
        <a:lstStyle/>
        <a:p>
          <a:pPr>
            <a:defRPr sz="1575">
              <a:solidFill>
                <a:srgbClr val="51616B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7F7F2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Before fitting</c:v>
          </c:tx>
          <c:spPr>
            <a:solidFill>
              <a:srgbClr val="BE6A2E"/>
            </a:solidFill>
            <a:ln w="0">
              <a:noFill/>
            </a:ln>
          </c:spPr>
          <c:invertIfNegative val="0"/>
          <c:cat>
            <c:strRef>
              <c:f>'Chart Data'!$A$2:$A$7</c:f>
              <c:strCache>
                <c:ptCount val="6"/>
                <c:pt idx="0">
                  <c:v>LI front</c:v>
                </c:pt>
                <c:pt idx="1">
                  <c:v>LI tail</c:v>
                </c:pt>
                <c:pt idx="2">
                  <c:v>LI crest</c:v>
                </c:pt>
                <c:pt idx="3">
                  <c:v>SI peak</c:v>
                </c:pt>
                <c:pt idx="4">
                  <c:v>SI tail</c:v>
                </c:pt>
                <c:pt idx="5">
                  <c:v>SI crest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4.1011706512600004</c:v>
                </c:pt>
                <c:pt idx="1">
                  <c:v>0.85802086877299999</c:v>
                </c:pt>
                <c:pt idx="2">
                  <c:v>2.9195101485400001</c:v>
                </c:pt>
                <c:pt idx="3">
                  <c:v>3.7130754325200002</c:v>
                </c:pt>
                <c:pt idx="4">
                  <c:v>3.1487131381400002</c:v>
                </c:pt>
                <c:pt idx="5">
                  <c:v>4.0676183657899996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22-6542-B9B9-2EF41E981AE3}"/>
            </c:ext>
          </c:extLst>
        </c:ser>
        <c:ser>
          <c:idx val="1"/>
          <c:order val="1"/>
          <c:tx>
            <c:v>After fitting</c:v>
          </c:tx>
          <c:spPr>
            <a:solidFill>
              <a:srgbClr val="0C8C98"/>
            </a:solidFill>
            <a:ln w="0">
              <a:noFill/>
            </a:ln>
          </c:spPr>
          <c:invertIfNegative val="0"/>
          <c:cat>
            <c:strRef>
              <c:f>'Chart Data'!$C$2:$C$7</c:f>
              <c:strCache>
                <c:ptCount val="6"/>
                <c:pt idx="0">
                  <c:v>LI front</c:v>
                </c:pt>
                <c:pt idx="1">
                  <c:v>LI tail</c:v>
                </c:pt>
                <c:pt idx="2">
                  <c:v>LI crest</c:v>
                </c:pt>
                <c:pt idx="3">
                  <c:v>SI peak</c:v>
                </c:pt>
                <c:pt idx="4">
                  <c:v>SI tail</c:v>
                </c:pt>
                <c:pt idx="5">
                  <c:v>SI crest</c:v>
                </c:pt>
              </c:strCache>
            </c:strRef>
          </c:cat>
          <c:val>
            <c:numRef>
              <c:f>'Chart Data'!$D$2:$D$7</c:f>
              <c:numCache>
                <c:formatCode>0.0</c:formatCode>
                <c:ptCount val="6"/>
                <c:pt idx="0">
                  <c:v>5.8702385874099998E-3</c:v>
                </c:pt>
                <c:pt idx="1">
                  <c:v>7.7299002900799998E-4</c:v>
                </c:pt>
                <c:pt idx="2">
                  <c:v>1.4463742302499999E-3</c:v>
                </c:pt>
                <c:pt idx="3">
                  <c:v>2.3953040378500001E-2</c:v>
                </c:pt>
                <c:pt idx="4">
                  <c:v>4.8750265530599999E-3</c:v>
                </c:pt>
                <c:pt idx="5">
                  <c:v>3.0701532155700002E-3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22-6542-B9B9-2EF41E981A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w="9525">
              <a:solidFill>
                <a:srgbClr val="D7E1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IN">
                    <a:latin typeface="Arial"/>
                    <a:ea typeface="Arial"/>
                    <a:cs typeface="Arial"/>
                  </a:rPr>
                  <a:t>Median absolute error (%)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1"/>
      </c:valAx>
      <c:spPr>
        <a:solidFill>
          <a:srgbClr val="F7F7F2"/>
        </a:solidFill>
      </c:spPr>
    </c:plotArea>
    <c:legend>
      <c:legendPos val="b"/>
      <c:overlay val="0"/>
      <c:spPr>
        <a:noFill/>
        <a:ln w="0">
          <a:noFill/>
        </a:ln>
      </c:spPr>
      <c:txPr>
        <a:bodyPr anchorCtr="1"/>
        <a:lstStyle/>
        <a:p>
          <a:pPr>
            <a:defRPr sz="1575">
              <a:solidFill>
                <a:srgbClr val="51616B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7F7F2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E8FBFB-7707-4402-A17F-C70DA53B4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52110AF-E0CA-483F-9CDF-72D465084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4B4061E-069F-49DC-8AFC-7F3A88112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532F4C4-28E0-4FC2-AAD4-58283461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5261434-28CA-47A0-87C0-BAD6E6B13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C5C4F00-B8DD-4DFD-9E98-AEF561A19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390B336-B72F-4478-A4A5-CDA216DDA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E032A36-8C30-434B-A84D-408929E74A7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8DEC4B8-5BB2-483C-A861-760C79765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BE6FD9E-2D85-4A5E-A03D-6D2560710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911E40B-CC3F-48ED-8A51-160F2B38CF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7EEEFC0-FC20-46CF-B504-0DB39551B383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5238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55D4E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55D4E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5D4E2"/>
                </a:solidFill>
                <a:latin typeface="Arial"/>
                <a:ea typeface="Arial"/>
                <a:cs typeface="Arial"/>
              </a:rPr>
              <a:t>POWERNEXT 2026</a:t>
            </a:r>
          </a:p>
          <a:p>
            <a:pPr algn="l">
              <a:defRPr sz="1575" b="1">
                <a:solidFill>
                  <a:srgbClr val="55D4E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5D4E2"/>
                </a:solidFill>
                <a:latin typeface="Arial"/>
                <a:ea typeface="Arial"/>
                <a:cs typeface="Arial"/>
              </a:rPr>
              <a:t>TRACK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750373-958F-43EE-BD6C-5771B6F37AFF}"/>
              </a:ext>
            </a:extLst>
          </p:cNvPr>
          <p:cNvSpPr>
            <a:spLocks noGrp="1"/>
          </p:cNvSpPr>
          <p:nvPr/>
        </p:nvSpPr>
        <p:spPr>
          <a:xfrm>
            <a:off x="647700" y="1771650"/>
            <a:ext cx="552450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ImpulseTwin 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90C07C-2DD8-4BF6-A1FF-491D1BEF7345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5381625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Impulse generator settings,</a:t>
            </a:r>
          </a:p>
          <a:p>
            <a:pPr algn="l">
              <a:defRPr sz="2400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explained and tested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8F1638-1AC5-4A79-8E4D-0DA12D8171E5}"/>
              </a:ext>
            </a:extLst>
          </p:cNvPr>
          <p:cNvSpPr>
            <a:spLocks noGrp="1"/>
          </p:cNvSpPr>
          <p:nvPr/>
        </p:nvSpPr>
        <p:spPr>
          <a:xfrm>
            <a:off x="685800" y="46196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55D4E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55D4E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5D4E2"/>
                </a:solidFill>
                <a:latin typeface="Arial"/>
                <a:ea typeface="Arial"/>
                <a:cs typeface="Arial"/>
              </a:rPr>
              <a:t>TEAM CR7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41D87A-91AB-452A-BD65-7132909BC6B4}"/>
              </a:ext>
            </a:extLst>
          </p:cNvPr>
          <p:cNvSpPr>
            <a:spLocks noGrp="1"/>
          </p:cNvSpPr>
          <p:nvPr/>
        </p:nvSpPr>
        <p:spPr>
          <a:xfrm>
            <a:off x="685800" y="507682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Adithya P (Team lead)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5AA7C6-01B3-4783-B53E-94950B5DB74F}"/>
              </a:ext>
            </a:extLst>
          </p:cNvPr>
          <p:cNvSpPr>
            <a:spLocks noGrp="1"/>
          </p:cNvSpPr>
          <p:nvPr/>
        </p:nvSpPr>
        <p:spPr>
          <a:xfrm>
            <a:off x="685800" y="5457825"/>
            <a:ext cx="552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Siddhanth K Jain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929969-E379-4287-85BF-23081A4997E0}"/>
              </a:ext>
            </a:extLst>
          </p:cNvPr>
          <p:cNvSpPr>
            <a:spLocks noGrp="1"/>
          </p:cNvSpPr>
          <p:nvPr/>
        </p:nvSpPr>
        <p:spPr>
          <a:xfrm>
            <a:off x="685800" y="5838825"/>
            <a:ext cx="552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Kamma Rohan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543D1B-F081-4339-9DAB-C9F3B282903F}"/>
              </a:ext>
            </a:extLst>
          </p:cNvPr>
          <p:cNvSpPr>
            <a:spLocks noGrp="1"/>
          </p:cNvSpPr>
          <p:nvPr/>
        </p:nvSpPr>
        <p:spPr>
          <a:xfrm>
            <a:off x="685800" y="6219825"/>
            <a:ext cx="552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Dinesh Kulkarni</a:t>
            </a:r>
          </a:p>
        </p:txBody>
      </p:sp>
    </p:spTree>
    <p:extLst>
      <p:ext uri="{BB962C8B-B14F-4D97-AF65-F5344CB8AC3E}">
        <p14:creationId xmlns:p14="http://schemas.microsoft.com/office/powerpoint/2010/main" val="590916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5A87DA-2F07-4DC4-8753-EF06CCE2D287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>
            <a:off x="8648700" y="4181475"/>
            <a:ext cx="447675" cy="0"/>
          </a:xfrm>
          <a:prstGeom prst="straightConnector1">
            <a:avLst/>
          </a:prstGeom>
          <a:ln w="23813">
            <a:solidFill>
              <a:srgbClr val="0C8C98"/>
            </a:solidFill>
            <a:prstDash val="solid"/>
            <a:tailEnd type="triangle" w="med" len="med"/>
          </a:ln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B7CA9D0-CF25-44E7-8E65-067F5D257A00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5819775" y="4181475"/>
            <a:ext cx="447675" cy="0"/>
          </a:xfrm>
          <a:prstGeom prst="straightConnector1">
            <a:avLst/>
          </a:prstGeom>
          <a:ln w="23813">
            <a:solidFill>
              <a:srgbClr val="0C8C98"/>
            </a:solidFill>
            <a:prstDash val="solid"/>
            <a:tailEnd type="triangle" w="med" len="med"/>
          </a:ln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595683-EC7E-4F17-8BD6-20D5BAC5CF00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2990850" y="4181475"/>
            <a:ext cx="447675" cy="0"/>
          </a:xfrm>
          <a:prstGeom prst="straightConnector1">
            <a:avLst/>
          </a:prstGeom>
          <a:ln w="23813">
            <a:solidFill>
              <a:srgbClr val="0C8C98"/>
            </a:solidFill>
            <a:prstDash val="solid"/>
            <a:tailEnd type="triangle" w="med" len="med"/>
          </a:ln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1F70083-4A85-481E-88E7-C19BCD59CCC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8C98"/>
                </a:solidFill>
                <a:latin typeface="Arial"/>
                <a:ea typeface="Arial"/>
                <a:cs typeface="Arial"/>
              </a:rPr>
              <a:t>PROBLEM AND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A02924-A2EB-42DD-A15E-C7089D7CE8E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52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The test request and recommendation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819B93-6FD3-4F59-8688-B8FBA3910F6E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972800" cy="14288"/>
          </a:xfrm>
          <a:prstGeom prst="rect">
            <a:avLst/>
          </a:prstGeom>
          <a:solidFill>
            <a:srgbClr val="D7E1E3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A33BAA-D304-4370-B3C4-9F1E8FB44AA7}"/>
              </a:ext>
            </a:extLst>
          </p:cNvPr>
          <p:cNvSpPr>
            <a:spLocks noGrp="1"/>
          </p:cNvSpPr>
          <p:nvPr/>
        </p:nvSpPr>
        <p:spPr>
          <a:xfrm>
            <a:off x="609600" y="6219825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Challenge targets: Lightning 1.2 / 50 µs. Switching 250 / 2,500 µs.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AA1981-A9D2-46C9-8FE5-7A29B9F15E95}"/>
              </a:ext>
            </a:extLst>
          </p:cNvPr>
          <p:cNvSpPr>
            <a:spLocks noGrp="1"/>
          </p:cNvSpPr>
          <p:nvPr/>
        </p:nvSpPr>
        <p:spPr>
          <a:xfrm>
            <a:off x="10991850" y="6210300"/>
            <a:ext cx="590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42BE68-1243-4BEC-97AA-5D641B2F4ABD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8013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7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The right voltage also needs the right pulse shape.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1C0EB4-F21D-477B-B0D1-04883A58262C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108870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Engineers must meet timing limits with the generator and resistor stock available.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B8F9AD-CEE9-4AAD-B079-D47FBDCE6EC8}"/>
              </a:ext>
            </a:extLst>
          </p:cNvPr>
          <p:cNvSpPr>
            <a:spLocks noGrp="1"/>
          </p:cNvSpPr>
          <p:nvPr/>
        </p:nvSpPr>
        <p:spPr>
          <a:xfrm>
            <a:off x="609600" y="3343275"/>
            <a:ext cx="2381250" cy="1676400"/>
          </a:xfrm>
          <a:prstGeom prst="rect">
            <a:avLst/>
          </a:prstGeom>
          <a:solidFill>
            <a:srgbClr val="E6F1EF"/>
          </a:solidFill>
          <a:ln w="9525">
            <a:solidFill>
              <a:srgbClr val="D7E1E3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7E9E10-9997-4BFF-B046-E65466302FB7}"/>
              </a:ext>
            </a:extLst>
          </p:cNvPr>
          <p:cNvSpPr>
            <a:spLocks noGrp="1"/>
          </p:cNvSpPr>
          <p:nvPr/>
        </p:nvSpPr>
        <p:spPr>
          <a:xfrm>
            <a:off x="781050" y="3514725"/>
            <a:ext cx="20383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Configure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AC1207-8383-4A09-8445-CD25315D5AD9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20383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Crest, impulse type, load and profile.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106DF3-6320-4F05-8044-AC1B91DF779F}"/>
              </a:ext>
            </a:extLst>
          </p:cNvPr>
          <p:cNvSpPr>
            <a:spLocks noGrp="1"/>
          </p:cNvSpPr>
          <p:nvPr/>
        </p:nvSpPr>
        <p:spPr>
          <a:xfrm>
            <a:off x="3438525" y="3343275"/>
            <a:ext cx="2381250" cy="1676400"/>
          </a:xfrm>
          <a:prstGeom prst="rect">
            <a:avLst/>
          </a:prstGeom>
          <a:solidFill>
            <a:srgbClr val="E6F1EF"/>
          </a:solidFill>
          <a:ln w="9525">
            <a:solidFill>
              <a:srgbClr val="D7E1E3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927AD4-76E6-495F-9AF6-7420E6DC47A8}"/>
              </a:ext>
            </a:extLst>
          </p:cNvPr>
          <p:cNvSpPr>
            <a:spLocks noGrp="1"/>
          </p:cNvSpPr>
          <p:nvPr/>
        </p:nvSpPr>
        <p:spPr>
          <a:xfrm>
            <a:off x="3609975" y="3514725"/>
            <a:ext cx="20383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Check and search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CEC2B9-D8C2-4AF3-9C1C-7F02ADDE1CA5}"/>
              </a:ext>
            </a:extLst>
          </p:cNvPr>
          <p:cNvSpPr>
            <a:spLocks noGrp="1"/>
          </p:cNvSpPr>
          <p:nvPr/>
        </p:nvSpPr>
        <p:spPr>
          <a:xfrm>
            <a:off x="3609975" y="4095750"/>
            <a:ext cx="20383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Limits, counted stock and feasible settings.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9D47B6-147E-4AF9-8F2E-D48D1B3BBAC4}"/>
              </a:ext>
            </a:extLst>
          </p:cNvPr>
          <p:cNvSpPr>
            <a:spLocks noGrp="1"/>
          </p:cNvSpPr>
          <p:nvPr/>
        </p:nvSpPr>
        <p:spPr>
          <a:xfrm>
            <a:off x="6267450" y="3343275"/>
            <a:ext cx="2381250" cy="1676400"/>
          </a:xfrm>
          <a:prstGeom prst="rect">
            <a:avLst/>
          </a:prstGeom>
          <a:solidFill>
            <a:srgbClr val="E6F1EF"/>
          </a:solidFill>
          <a:ln w="9525">
            <a:solidFill>
              <a:srgbClr val="D7E1E3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FB880C-4F02-45A3-8711-469B4915B349}"/>
              </a:ext>
            </a:extLst>
          </p:cNvPr>
          <p:cNvSpPr>
            <a:spLocks noGrp="1"/>
          </p:cNvSpPr>
          <p:nvPr/>
        </p:nvSpPr>
        <p:spPr>
          <a:xfrm>
            <a:off x="6438900" y="3514725"/>
            <a:ext cx="20383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Simulate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BB7FE2-32D5-47BD-834B-32CF951E3562}"/>
              </a:ext>
            </a:extLst>
          </p:cNvPr>
          <p:cNvSpPr>
            <a:spLocks noGrp="1"/>
          </p:cNvSpPr>
          <p:nvPr/>
        </p:nvSpPr>
        <p:spPr>
          <a:xfrm>
            <a:off x="6438900" y="4095750"/>
            <a:ext cx="20383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Circuit waveform and charging requirement.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0A3090-A671-4857-9C5A-FF8C8DEACB04}"/>
              </a:ext>
            </a:extLst>
          </p:cNvPr>
          <p:cNvSpPr>
            <a:spLocks noGrp="1"/>
          </p:cNvSpPr>
          <p:nvPr/>
        </p:nvSpPr>
        <p:spPr>
          <a:xfrm>
            <a:off x="9096375" y="3343275"/>
            <a:ext cx="2486025" cy="1676400"/>
          </a:xfrm>
          <a:prstGeom prst="rect">
            <a:avLst/>
          </a:prstGeom>
          <a:solidFill>
            <a:srgbClr val="E6F1EF"/>
          </a:solidFill>
          <a:ln w="9525">
            <a:solidFill>
              <a:srgbClr val="D7E1E3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0C2F77-6B21-4119-BC60-688B7204086F}"/>
              </a:ext>
            </a:extLst>
          </p:cNvPr>
          <p:cNvSpPr>
            <a:spLocks noGrp="1"/>
          </p:cNvSpPr>
          <p:nvPr/>
        </p:nvSpPr>
        <p:spPr>
          <a:xfrm>
            <a:off x="9267825" y="3514725"/>
            <a:ext cx="21431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Rank and explain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1806DE-C847-4FED-BA70-7BCF05E3F5AE}"/>
              </a:ext>
            </a:extLst>
          </p:cNvPr>
          <p:cNvSpPr>
            <a:spLocks noGrp="1"/>
          </p:cNvSpPr>
          <p:nvPr/>
        </p:nvSpPr>
        <p:spPr>
          <a:xfrm>
            <a:off x="9267825" y="4095750"/>
            <a:ext cx="2143125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Stage count, R networks, deviations and alternatives.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92719A-8F4A-4B3C-8941-1C6BE71D2DA0}"/>
              </a:ext>
            </a:extLst>
          </p:cNvPr>
          <p:cNvSpPr>
            <a:spLocks noGrp="1"/>
          </p:cNvSpPr>
          <p:nvPr/>
        </p:nvSpPr>
        <p:spPr>
          <a:xfrm>
            <a:off x="609600" y="5438775"/>
            <a:ext cx="10858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C8C98"/>
                </a:solidFill>
                <a:latin typeface="Arial"/>
                <a:ea typeface="Arial"/>
                <a:cs typeface="Arial"/>
              </a:rPr>
              <a:t>Each saved run keeps its settings, assumptions and provenance.</a:t>
            </a:r>
          </a:p>
        </p:txBody>
      </p:sp>
    </p:spTree>
    <p:extLst>
      <p:ext uri="{BB962C8B-B14F-4D97-AF65-F5344CB8AC3E}">
        <p14:creationId xmlns:p14="http://schemas.microsoft.com/office/powerpoint/2010/main" val="2035826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7199969-2FCE-4814-9146-3AA39CA80365}"/>
              </a:ext>
            </a:extLst>
          </p:cNvPr>
          <p:cNvCxnSpPr>
            <a:stCxn id="15" idx="2"/>
            <a:endCxn id="21" idx="0"/>
          </p:cNvCxnSpPr>
          <p:nvPr/>
        </p:nvCxnSpPr>
        <p:spPr>
          <a:xfrm>
            <a:off x="6096000" y="4210050"/>
            <a:ext cx="0" cy="247650"/>
          </a:xfrm>
          <a:prstGeom prst="straightConnector1">
            <a:avLst/>
          </a:prstGeom>
          <a:ln w="22860">
            <a:solidFill>
              <a:srgbClr val="55D4E2"/>
            </a:solidFill>
            <a:prstDash val="solid"/>
            <a:tailEnd type="triangle" w="med" len="med"/>
          </a:ln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428CAEC-6AD0-48EA-B504-5630A9D4B26D}"/>
              </a:ext>
            </a:extLst>
          </p:cNvPr>
          <p:cNvCxnSpPr>
            <a:stCxn id="9" idx="2"/>
            <a:endCxn id="15" idx="0"/>
          </p:cNvCxnSpPr>
          <p:nvPr/>
        </p:nvCxnSpPr>
        <p:spPr>
          <a:xfrm>
            <a:off x="6096000" y="3276600"/>
            <a:ext cx="0" cy="247650"/>
          </a:xfrm>
          <a:prstGeom prst="straightConnector1">
            <a:avLst/>
          </a:prstGeom>
          <a:ln w="22860">
            <a:solidFill>
              <a:srgbClr val="55D4E2"/>
            </a:solidFill>
            <a:prstDash val="solid"/>
            <a:tailEnd type="triangle" w="med" len="med"/>
          </a:ln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038044E-0BE2-465D-BAD7-FE7636E27A5D}"/>
              </a:ext>
            </a:extLst>
          </p:cNvPr>
          <p:cNvCxnSpPr>
            <a:stCxn id="3" idx="2"/>
            <a:endCxn id="9" idx="0"/>
          </p:cNvCxnSpPr>
          <p:nvPr/>
        </p:nvCxnSpPr>
        <p:spPr>
          <a:xfrm>
            <a:off x="6096000" y="2343150"/>
            <a:ext cx="0" cy="247650"/>
          </a:xfrm>
          <a:prstGeom prst="straightConnector1">
            <a:avLst/>
          </a:prstGeom>
          <a:ln w="22860">
            <a:solidFill>
              <a:srgbClr val="55D4E2"/>
            </a:solidFill>
            <a:prstDash val="solid"/>
            <a:tailEnd type="triangle" w="med" len="med"/>
          </a:ln>
        </p:spPr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2BBF8D1D-7875-431B-8E19-C0C886A7DE8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55D4E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55D4E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D4E2"/>
                </a:solidFill>
                <a:latin typeface="Arial"/>
                <a:ea typeface="Arial"/>
                <a:cs typeface="Arial"/>
              </a:rPr>
              <a:t>VERTICAL LAYERS AND TECH STACK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004744-26EE-4A4C-8DF4-6FF951CDD83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CD478E-BE42-4A50-995D-23D7488A3A24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685800"/>
          </a:xfrm>
          <a:prstGeom prst="rect">
            <a:avLst/>
          </a:prstGeom>
          <a:solidFill>
            <a:srgbClr val="16313E"/>
          </a:solidFill>
          <a:ln w="11430">
            <a:solidFill>
              <a:srgbClr val="3D6474"/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0F000E-AE96-47D2-B4A4-FB84B8404A73}"/>
              </a:ext>
            </a:extLst>
          </p:cNvPr>
          <p:cNvSpPr>
            <a:spLocks noGrp="1"/>
          </p:cNvSpPr>
          <p:nvPr/>
        </p:nvSpPr>
        <p:spPr>
          <a:xfrm>
            <a:off x="3057525" y="1752600"/>
            <a:ext cx="9525" cy="495300"/>
          </a:xfrm>
          <a:prstGeom prst="rect">
            <a:avLst/>
          </a:prstGeom>
          <a:solidFill>
            <a:srgbClr val="3D6474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7DAE8C-1E2E-45E2-BC80-BC5A9DABE807}"/>
              </a:ext>
            </a:extLst>
          </p:cNvPr>
          <p:cNvSpPr>
            <a:spLocks noGrp="1"/>
          </p:cNvSpPr>
          <p:nvPr/>
        </p:nvSpPr>
        <p:spPr>
          <a:xfrm>
            <a:off x="800100" y="1752600"/>
            <a:ext cx="21145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D2E295-8CEF-43D0-9BBD-854289E86DE4}"/>
              </a:ext>
            </a:extLst>
          </p:cNvPr>
          <p:cNvSpPr>
            <a:spLocks noGrp="1"/>
          </p:cNvSpPr>
          <p:nvPr/>
        </p:nvSpPr>
        <p:spPr>
          <a:xfrm>
            <a:off x="800100" y="2066925"/>
            <a:ext cx="21145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Browser interface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941D75-9D6F-4F6F-AC3E-DA4222D95D24}"/>
              </a:ext>
            </a:extLst>
          </p:cNvPr>
          <p:cNvSpPr>
            <a:spLocks noGrp="1"/>
          </p:cNvSpPr>
          <p:nvPr/>
        </p:nvSpPr>
        <p:spPr>
          <a:xfrm>
            <a:off x="3295650" y="1733550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5D4E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55D4E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D4E2"/>
                </a:solidFill>
                <a:latin typeface="Arial"/>
                <a:ea typeface="Arial"/>
                <a:cs typeface="Arial"/>
              </a:rPr>
              <a:t>Next.js, React / React DOM, TypeScript, Tailwind CSS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991068-EBF6-4989-8692-6BE128ED4437}"/>
              </a:ext>
            </a:extLst>
          </p:cNvPr>
          <p:cNvSpPr>
            <a:spLocks noGrp="1"/>
          </p:cNvSpPr>
          <p:nvPr/>
        </p:nvSpPr>
        <p:spPr>
          <a:xfrm>
            <a:off x="3295650" y="2047875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5D4E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55D4E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D4E2"/>
                </a:solidFill>
                <a:latin typeface="Arial"/>
                <a:ea typeface="Arial"/>
                <a:cs typeface="Arial"/>
              </a:rPr>
              <a:t>Apache ECharts, Three.js (WebGL), Lucide, Canvas / SVG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9EB592-1A3C-4B9E-B9C6-936ADDFFA7FF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10972800" cy="685800"/>
          </a:xfrm>
          <a:prstGeom prst="rect">
            <a:avLst/>
          </a:prstGeom>
          <a:solidFill>
            <a:srgbClr val="16313E"/>
          </a:solidFill>
          <a:ln w="11430">
            <a:solidFill>
              <a:srgbClr val="3D6474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688207-82F9-45C4-A298-6D9DB53A91CC}"/>
              </a:ext>
            </a:extLst>
          </p:cNvPr>
          <p:cNvSpPr>
            <a:spLocks noGrp="1"/>
          </p:cNvSpPr>
          <p:nvPr/>
        </p:nvSpPr>
        <p:spPr>
          <a:xfrm>
            <a:off x="3057525" y="2686050"/>
            <a:ext cx="9525" cy="495300"/>
          </a:xfrm>
          <a:prstGeom prst="rect">
            <a:avLst/>
          </a:prstGeom>
          <a:solidFill>
            <a:srgbClr val="3D6474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745388-DD11-43CB-9CC1-7E0B24373664}"/>
              </a:ext>
            </a:extLst>
          </p:cNvPr>
          <p:cNvSpPr>
            <a:spLocks noGrp="1"/>
          </p:cNvSpPr>
          <p:nvPr/>
        </p:nvSpPr>
        <p:spPr>
          <a:xfrm>
            <a:off x="800100" y="2686050"/>
            <a:ext cx="21145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API &amp; validation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2E7AF-A9A7-4905-B8A0-CA92A4ABEDFC}"/>
              </a:ext>
            </a:extLst>
          </p:cNvPr>
          <p:cNvSpPr>
            <a:spLocks noGrp="1"/>
          </p:cNvSpPr>
          <p:nvPr/>
        </p:nvSpPr>
        <p:spPr>
          <a:xfrm>
            <a:off x="800100" y="3000375"/>
            <a:ext cx="21145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Python application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B5C394-9A34-40F5-B5FB-E82B3FBEFED7}"/>
              </a:ext>
            </a:extLst>
          </p:cNvPr>
          <p:cNvSpPr>
            <a:spLocks noGrp="1"/>
          </p:cNvSpPr>
          <p:nvPr/>
        </p:nvSpPr>
        <p:spPr>
          <a:xfrm>
            <a:off x="3295650" y="2667000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5D4E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55D4E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D4E2"/>
                </a:solidFill>
                <a:latin typeface="Arial"/>
                <a:ea typeface="Arial"/>
                <a:cs typeface="Arial"/>
              </a:rPr>
              <a:t>Python, FastAPI, Starlette, Pydantic, Uvicorn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AE9972-B6A6-4A33-80C5-7E5DD9BFFED4}"/>
              </a:ext>
            </a:extLst>
          </p:cNvPr>
          <p:cNvSpPr>
            <a:spLocks noGrp="1"/>
          </p:cNvSpPr>
          <p:nvPr/>
        </p:nvSpPr>
        <p:spPr>
          <a:xfrm>
            <a:off x="3295650" y="2981325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HTTP/JSON requests and file uploads with python-multipart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6E0B9F-6FFC-4F5C-B91E-7848BE7C0D48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10972800" cy="685800"/>
          </a:xfrm>
          <a:prstGeom prst="rect">
            <a:avLst/>
          </a:prstGeom>
          <a:solidFill>
            <a:srgbClr val="16313E"/>
          </a:solidFill>
          <a:ln w="11430">
            <a:solidFill>
              <a:srgbClr val="3D6474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EEF2AE-55DB-48F3-83AB-F42938B35084}"/>
              </a:ext>
            </a:extLst>
          </p:cNvPr>
          <p:cNvSpPr>
            <a:spLocks noGrp="1"/>
          </p:cNvSpPr>
          <p:nvPr/>
        </p:nvSpPr>
        <p:spPr>
          <a:xfrm>
            <a:off x="3057525" y="3619500"/>
            <a:ext cx="9525" cy="495300"/>
          </a:xfrm>
          <a:prstGeom prst="rect">
            <a:avLst/>
          </a:prstGeom>
          <a:solidFill>
            <a:srgbClr val="3D6474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9ECDBC-28D6-4742-9D4B-BAF58DA27119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21145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Engineering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A94948-6D44-4076-ABEF-4C306F3E4F0B}"/>
              </a:ext>
            </a:extLst>
          </p:cNvPr>
          <p:cNvSpPr>
            <a:spLocks noGrp="1"/>
          </p:cNvSpPr>
          <p:nvPr/>
        </p:nvSpPr>
        <p:spPr>
          <a:xfrm>
            <a:off x="800100" y="3933825"/>
            <a:ext cx="21145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Physics and scoped ML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794BA1-C9A4-44D3-87DF-558369FF67F3}"/>
              </a:ext>
            </a:extLst>
          </p:cNvPr>
          <p:cNvSpPr>
            <a:spLocks noGrp="1"/>
          </p:cNvSpPr>
          <p:nvPr/>
        </p:nvSpPr>
        <p:spPr>
          <a:xfrm>
            <a:off x="3295650" y="3600450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5D4E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55D4E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D4E2"/>
                </a:solidFill>
                <a:latin typeface="Arial"/>
                <a:ea typeface="Arial"/>
                <a:cs typeface="Arial"/>
              </a:rPr>
              <a:t>NumPy, SciPy, pandas, scikit-learn, joblib, Pillow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E535D8-E9EA-46F1-8DC4-F4062B9CF525}"/>
              </a:ext>
            </a:extLst>
          </p:cNvPr>
          <p:cNvSpPr>
            <a:spLocks noGrp="1"/>
          </p:cNvSpPr>
          <p:nvPr/>
        </p:nvSpPr>
        <p:spPr>
          <a:xfrm>
            <a:off x="3295650" y="3914775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CPRI circuit physics, diagnostics, fault scenarios and supported ML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19B385-9251-4185-8A14-696F17A9C075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685800"/>
          </a:xfrm>
          <a:prstGeom prst="rect">
            <a:avLst/>
          </a:prstGeom>
          <a:solidFill>
            <a:srgbClr val="16313E"/>
          </a:solidFill>
          <a:ln w="11430">
            <a:solidFill>
              <a:srgbClr val="3D6474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245760-E3DE-48D9-88E0-5F96BCBDCEE9}"/>
              </a:ext>
            </a:extLst>
          </p:cNvPr>
          <p:cNvSpPr>
            <a:spLocks noGrp="1"/>
          </p:cNvSpPr>
          <p:nvPr/>
        </p:nvSpPr>
        <p:spPr>
          <a:xfrm>
            <a:off x="3057525" y="4552950"/>
            <a:ext cx="9525" cy="495300"/>
          </a:xfrm>
          <a:prstGeom prst="rect">
            <a:avLst/>
          </a:prstGeom>
          <a:solidFill>
            <a:srgbClr val="3D6474"/>
          </a:solidFill>
          <a:ln w="0"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6EE6CC-68CC-42A2-91FA-206AA91568ED}"/>
              </a:ext>
            </a:extLst>
          </p:cNvPr>
          <p:cNvSpPr>
            <a:spLocks noGrp="1"/>
          </p:cNvSpPr>
          <p:nvPr/>
        </p:nvSpPr>
        <p:spPr>
          <a:xfrm>
            <a:off x="800100" y="4552950"/>
            <a:ext cx="21145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 Data &amp; models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354879-DAE3-4E14-8BCA-EBCE5C15B6EF}"/>
              </a:ext>
            </a:extLst>
          </p:cNvPr>
          <p:cNvSpPr>
            <a:spLocks noGrp="1"/>
          </p:cNvSpPr>
          <p:nvPr/>
        </p:nvSpPr>
        <p:spPr>
          <a:xfrm>
            <a:off x="800100" y="4867275"/>
            <a:ext cx="21145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Local persistence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50B3E8-2DEE-4439-9B6D-E37AC0C1CBCD}"/>
              </a:ext>
            </a:extLst>
          </p:cNvPr>
          <p:cNvSpPr>
            <a:spLocks noGrp="1"/>
          </p:cNvSpPr>
          <p:nvPr/>
        </p:nvSpPr>
        <p:spPr>
          <a:xfrm>
            <a:off x="3295650" y="4533900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5D4E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55D4E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D4E2"/>
                </a:solidFill>
                <a:latin typeface="Arial"/>
                <a:ea typeface="Arial"/>
                <a:cs typeface="Arial"/>
              </a:rPr>
              <a:t>SQLite, SQLAlchemy, JSON, CSV / XLSX and joblib files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8F394A-42FB-40FA-9FA7-1A3DF8859EF1}"/>
              </a:ext>
            </a:extLst>
          </p:cNvPr>
          <p:cNvSpPr>
            <a:spLocks noGrp="1"/>
          </p:cNvSpPr>
          <p:nvPr/>
        </p:nvSpPr>
        <p:spPr>
          <a:xfrm>
            <a:off x="3295650" y="4848225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Saved runs, capture provenance, profiles and frozen model artifacts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23B87D-FDBF-46FC-A62D-BED06825575C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972800" cy="657225"/>
          </a:xfrm>
          <a:prstGeom prst="rect">
            <a:avLst/>
          </a:prstGeom>
          <a:solidFill>
            <a:srgbClr val="16313E"/>
          </a:solidFill>
          <a:ln w="11430">
            <a:solidFill>
              <a:srgbClr val="3D6474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FEAB34-3B93-4C6D-A1FC-F873E655270D}"/>
              </a:ext>
            </a:extLst>
          </p:cNvPr>
          <p:cNvSpPr>
            <a:spLocks noGrp="1"/>
          </p:cNvSpPr>
          <p:nvPr/>
        </p:nvSpPr>
        <p:spPr>
          <a:xfrm>
            <a:off x="3057525" y="5410200"/>
            <a:ext cx="9525" cy="466725"/>
          </a:xfrm>
          <a:prstGeom prst="rect">
            <a:avLst/>
          </a:prstGeom>
          <a:solidFill>
            <a:srgbClr val="3D6474"/>
          </a:solidFill>
          <a:ln w="0">
            <a:noFill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9CE6D9-CC27-43A4-A317-128F8576A3F3}"/>
              </a:ext>
            </a:extLst>
          </p:cNvPr>
          <p:cNvSpPr>
            <a:spLocks noGrp="1"/>
          </p:cNvSpPr>
          <p:nvPr/>
        </p:nvSpPr>
        <p:spPr>
          <a:xfrm>
            <a:off x="800100" y="5410200"/>
            <a:ext cx="21145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&amp; support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F537115-C078-44AE-9126-A73AC6B7574E}"/>
              </a:ext>
            </a:extLst>
          </p:cNvPr>
          <p:cNvSpPr>
            <a:spLocks noGrp="1"/>
          </p:cNvSpPr>
          <p:nvPr/>
        </p:nvSpPr>
        <p:spPr>
          <a:xfrm>
            <a:off x="800100" y="5724525"/>
            <a:ext cx="21145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Local toolchain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0AE741-27EC-4F58-903C-0B4CE80CA678}"/>
              </a:ext>
            </a:extLst>
          </p:cNvPr>
          <p:cNvSpPr>
            <a:spLocks noGrp="1"/>
          </p:cNvSpPr>
          <p:nvPr/>
        </p:nvSpPr>
        <p:spPr>
          <a:xfrm>
            <a:off x="3295650" y="5391150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5D4E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55D4E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D4E2"/>
                </a:solidFill>
                <a:latin typeface="Arial"/>
                <a:ea typeface="Arial"/>
                <a:cs typeface="Arial"/>
              </a:rPr>
              <a:t>Node.js, npm, PostCSS, pytest, HTTPX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2124B55-D825-41B5-A5B0-FEBE3A61AE0A}"/>
              </a:ext>
            </a:extLst>
          </p:cNvPr>
          <p:cNvSpPr>
            <a:spLocks noGrp="1"/>
          </p:cNvSpPr>
          <p:nvPr/>
        </p:nvSpPr>
        <p:spPr>
          <a:xfrm>
            <a:off x="3295650" y="5705475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5D4E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55D4E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D4E2"/>
                </a:solidFill>
                <a:latin typeface="Arial"/>
                <a:ea typeface="Arial"/>
                <a:cs typeface="Arial"/>
              </a:rPr>
              <a:t>openpyxl, Matplotlib, pypdf, PyYAML, XGBoost (optional)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9239D3-3D6D-4CE3-B961-29EA417FCF4A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972800" cy="14288"/>
          </a:xfrm>
          <a:prstGeom prst="rect">
            <a:avLst/>
          </a:prstGeom>
          <a:solidFill>
            <a:srgbClr val="30444E"/>
          </a:solidFill>
          <a:ln w="0">
            <a:noFill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3C37DE-7BA4-4B44-A4B1-63A58B1A9628}"/>
              </a:ext>
            </a:extLst>
          </p:cNvPr>
          <p:cNvSpPr>
            <a:spLocks noGrp="1"/>
          </p:cNvSpPr>
          <p:nvPr/>
        </p:nvSpPr>
        <p:spPr>
          <a:xfrm>
            <a:off x="10991850" y="6210300"/>
            <a:ext cx="590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23572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C7DF719-CBC0-4A6E-B663-5A97C0119E3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8C98"/>
                </a:solidFill>
                <a:latin typeface="Arial"/>
                <a:ea typeface="Arial"/>
                <a:cs typeface="Arial"/>
              </a:rPr>
              <a:t>A COMPLETE RECOMMENDATION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C059EB-68C6-4EA3-82FB-C35E874A52C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52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CPRI example: a 1,425 kV lightning pulse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23DA7A-15B7-416C-B328-A52DBB5D5A76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972800" cy="14288"/>
          </a:xfrm>
          <a:prstGeom prst="rect">
            <a:avLst/>
          </a:prstGeom>
          <a:solidFill>
            <a:srgbClr val="D7E1E3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32D1E6-B743-40A0-8698-983E05EB47A9}"/>
              </a:ext>
            </a:extLst>
          </p:cNvPr>
          <p:cNvSpPr>
            <a:spLocks noGrp="1"/>
          </p:cNvSpPr>
          <p:nvPr/>
        </p:nvSpPr>
        <p:spPr>
          <a:xfrm>
            <a:off x="609600" y="6219825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Generated circuit reference using assumed demo stock. Hardware suitability remains unverified.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E35FAD-648C-4BE6-A42A-C397218EF364}"/>
              </a:ext>
            </a:extLst>
          </p:cNvPr>
          <p:cNvSpPr>
            <a:spLocks noGrp="1"/>
          </p:cNvSpPr>
          <p:nvPr/>
        </p:nvSpPr>
        <p:spPr>
          <a:xfrm>
            <a:off x="10991850" y="6210300"/>
            <a:ext cx="590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828AFC-5521-4192-9147-A284AF8CFA84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70675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Predicted waveform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8C0531EC-61C2-4B04-BE8C-4F454D63DFCF}"/>
              </a:ext>
            </a:extLst>
          </p:cNvPr>
          <p:cNvGraphicFramePr/>
          <p:nvPr/>
        </p:nvGraphicFramePr>
        <p:xfrm>
          <a:off x="609600" y="2171700"/>
          <a:ext cx="6981825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72E606A-0580-4875-A246-0921C377C801}"/>
              </a:ext>
            </a:extLst>
          </p:cNvPr>
          <p:cNvGraphicFramePr/>
          <p:nvPr/>
        </p:nvGraphicFramePr>
        <p:xfrm>
          <a:off x="8048625" y="1752600"/>
          <a:ext cx="3533775" cy="3343275"/>
        </p:xfrm>
        <a:graphic>
          <a:graphicData uri="http://schemas.openxmlformats.org/drawingml/2006/table">
            <a:tbl>
              <a:tblPr/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anchor="ctr">
                    <a:solidFill>
                      <a:srgbClr val="14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anchor="ctr">
                    <a:solidFill>
                      <a:srgbClr val="1424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2E"/>
                          </a:solidFill>
                          <a:latin typeface="Arial"/>
                          <a:ea typeface="Arial"/>
                          <a:cs typeface="Arial"/>
                        </a:rPr>
                        <a:t>Active stages</a:t>
                      </a:r>
                    </a:p>
                  </a:txBody>
                  <a:tcPr anchor="ctr"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2E"/>
                          </a:solidFill>
                          <a:latin typeface="Arial"/>
                          <a:ea typeface="Arial"/>
                          <a:cs typeface="Arial"/>
                        </a:rPr>
                        <a:t>11 of 12</a:t>
                      </a:r>
                    </a:p>
                  </a:txBody>
                  <a:tcPr anchor="ctr">
                    <a:solidFill>
                      <a:srgbClr val="F7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2E"/>
                          </a:solidFill>
                          <a:latin typeface="Arial"/>
                          <a:ea typeface="Arial"/>
                          <a:cs typeface="Arial"/>
                        </a:rPr>
                        <a:t>Stage charge</a:t>
                      </a:r>
                    </a:p>
                  </a:txBody>
                  <a:tcPr anchor="ctr">
                    <a:solidFill>
                      <a:srgbClr val="EE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2E"/>
                          </a:solidFill>
                          <a:latin typeface="Arial"/>
                          <a:ea typeface="Arial"/>
                          <a:cs typeface="Arial"/>
                        </a:rPr>
                        <a:t>181.90 kV</a:t>
                      </a:r>
                    </a:p>
                  </a:txBody>
                  <a:tcPr anchor="ctr">
                    <a:solidFill>
                      <a:srgbClr val="EE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2E"/>
                          </a:solidFill>
                          <a:latin typeface="Arial"/>
                          <a:ea typeface="Arial"/>
                          <a:cs typeface="Arial"/>
                        </a:rPr>
                        <a:t>Front R / stage</a:t>
                      </a:r>
                    </a:p>
                  </a:txBody>
                  <a:tcPr anchor="ctr"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2E"/>
                          </a:solidFill>
                          <a:latin typeface="Arial"/>
                          <a:ea typeface="Arial"/>
                          <a:cs typeface="Arial"/>
                        </a:rPr>
                        <a:t>30 Ω</a:t>
                      </a:r>
                    </a:p>
                  </a:txBody>
                  <a:tcPr anchor="ctr">
                    <a:solidFill>
                      <a:srgbClr val="F7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2E"/>
                          </a:solidFill>
                          <a:latin typeface="Arial"/>
                          <a:ea typeface="Arial"/>
                          <a:cs typeface="Arial"/>
                        </a:rPr>
                        <a:t>Tail R / stage</a:t>
                      </a:r>
                    </a:p>
                  </a:txBody>
                  <a:tcPr anchor="ctr">
                    <a:solidFill>
                      <a:srgbClr val="EE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2E"/>
                          </a:solidFill>
                          <a:latin typeface="Arial"/>
                          <a:ea typeface="Arial"/>
                          <a:cs typeface="Arial"/>
                        </a:rPr>
                        <a:t>520 Ω</a:t>
                      </a:r>
                    </a:p>
                  </a:txBody>
                  <a:tcPr anchor="ctr">
                    <a:solidFill>
                      <a:srgbClr val="EE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2E"/>
                          </a:solidFill>
                          <a:latin typeface="Arial"/>
                          <a:ea typeface="Arial"/>
                          <a:cs typeface="Arial"/>
                        </a:rPr>
                        <a:t>Stored energy</a:t>
                      </a:r>
                    </a:p>
                  </a:txBody>
                  <a:tcPr anchor="ctr"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2E"/>
                          </a:solidFill>
                          <a:latin typeface="Arial"/>
                          <a:ea typeface="Arial"/>
                          <a:cs typeface="Arial"/>
                        </a:rPr>
                        <a:t>22.75 kJ</a:t>
                      </a:r>
                    </a:p>
                  </a:txBody>
                  <a:tcPr anchor="ctr">
                    <a:solidFill>
                      <a:srgbClr val="F7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2C8DFD70-7FD0-45D4-839A-8E673620C886}"/>
              </a:ext>
            </a:extLst>
          </p:cNvPr>
          <p:cNvSpPr>
            <a:spLocks noGrp="1"/>
          </p:cNvSpPr>
          <p:nvPr/>
        </p:nvSpPr>
        <p:spPr>
          <a:xfrm>
            <a:off x="847725" y="5286375"/>
            <a:ext cx="3905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C8C98"/>
                </a:solidFill>
                <a:latin typeface="Arial"/>
                <a:ea typeface="Arial"/>
                <a:cs typeface="Arial"/>
              </a:rPr>
              <a:t>Front 1.187 µs</a:t>
            </a:r>
          </a:p>
          <a:p>
            <a:pPr algn="l">
              <a:defRPr sz="2175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C8C98"/>
                </a:solidFill>
                <a:latin typeface="Arial"/>
                <a:ea typeface="Arial"/>
                <a:cs typeface="Arial"/>
              </a:rPr>
              <a:t>Tail 53.74 µs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9EC8DA-3EDD-4703-8C04-4F9C83A0099B}"/>
              </a:ext>
            </a:extLst>
          </p:cNvPr>
          <p:cNvSpPr>
            <a:spLocks noGrp="1"/>
          </p:cNvSpPr>
          <p:nvPr/>
        </p:nvSpPr>
        <p:spPr>
          <a:xfrm>
            <a:off x="4657725" y="5305425"/>
            <a:ext cx="69246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Charge solves the crest target.</a:t>
            </a:r>
          </a:p>
          <a:p>
            <a:pPr algn="l">
              <a:defRPr sz="187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Timing still differs from the target.</a:t>
            </a:r>
          </a:p>
        </p:txBody>
      </p:sp>
    </p:spTree>
    <p:extLst>
      <p:ext uri="{BB962C8B-B14F-4D97-AF65-F5344CB8AC3E}">
        <p14:creationId xmlns:p14="http://schemas.microsoft.com/office/powerpoint/2010/main" val="1351286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540C52F-5311-41F9-8785-F4D6A9F85B4A}"/>
              </a:ext>
            </a:extLst>
          </p:cNvPr>
          <p:cNvCxnSpPr>
            <a:stCxn id="17" idx="2"/>
            <a:endCxn id="32" idx="0"/>
          </p:cNvCxnSpPr>
          <p:nvPr/>
        </p:nvCxnSpPr>
        <p:spPr>
          <a:xfrm>
            <a:off x="6943725" y="3343275"/>
            <a:ext cx="276225" cy="495300"/>
          </a:xfrm>
          <a:prstGeom prst="straightConnector1">
            <a:avLst/>
          </a:prstGeom>
          <a:ln w="23813">
            <a:solidFill>
              <a:srgbClr val="0C8C98"/>
            </a:solidFill>
          </a:ln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D54B218-978B-4AA4-B0F8-64FECD8649AB}"/>
              </a:ext>
            </a:extLst>
          </p:cNvPr>
          <p:cNvCxnSpPr>
            <a:stCxn id="23" idx="3"/>
            <a:endCxn id="26" idx="1"/>
          </p:cNvCxnSpPr>
          <p:nvPr/>
        </p:nvCxnSpPr>
        <p:spPr>
          <a:xfrm>
            <a:off x="10229850" y="2843213"/>
            <a:ext cx="190500" cy="0"/>
          </a:xfrm>
          <a:prstGeom prst="straightConnector1">
            <a:avLst/>
          </a:prstGeom>
          <a:ln w="23813">
            <a:solidFill>
              <a:srgbClr val="0C8C98"/>
            </a:solidFill>
            <a:prstDash val="solid"/>
            <a:tailEnd type="triangle" w="med" len="med"/>
          </a:ln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B85E0C1-F6C2-4905-BF0C-78F95AAB1401}"/>
              </a:ext>
            </a:extLst>
          </p:cNvPr>
          <p:cNvCxnSpPr>
            <a:stCxn id="20" idx="3"/>
            <a:endCxn id="23" idx="1"/>
          </p:cNvCxnSpPr>
          <p:nvPr/>
        </p:nvCxnSpPr>
        <p:spPr>
          <a:xfrm>
            <a:off x="8877300" y="2843213"/>
            <a:ext cx="190500" cy="0"/>
          </a:xfrm>
          <a:prstGeom prst="straightConnector1">
            <a:avLst/>
          </a:prstGeom>
          <a:ln w="23813">
            <a:solidFill>
              <a:srgbClr val="0C8C98"/>
            </a:solidFill>
            <a:prstDash val="solid"/>
            <a:tailEnd type="triangle" w="med" len="med"/>
          </a:ln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2E51DFF-E2D9-438D-979E-33D722E66F99}"/>
              </a:ext>
            </a:extLst>
          </p:cNvPr>
          <p:cNvCxnSpPr>
            <a:stCxn id="17" idx="3"/>
            <a:endCxn id="20" idx="1"/>
          </p:cNvCxnSpPr>
          <p:nvPr/>
        </p:nvCxnSpPr>
        <p:spPr>
          <a:xfrm>
            <a:off x="7524750" y="2843213"/>
            <a:ext cx="190500" cy="0"/>
          </a:xfrm>
          <a:prstGeom prst="straightConnector1">
            <a:avLst/>
          </a:prstGeom>
          <a:ln w="23813">
            <a:solidFill>
              <a:srgbClr val="0C8C98"/>
            </a:solidFill>
            <a:prstDash val="solid"/>
            <a:tailEnd type="triangle" w="med" len="med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B072166-1A48-42D4-B7A8-59983A896F50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3176588" y="3190875"/>
            <a:ext cx="0" cy="323850"/>
          </a:xfrm>
          <a:prstGeom prst="straightConnector1">
            <a:avLst/>
          </a:prstGeom>
          <a:ln w="23813">
            <a:solidFill>
              <a:srgbClr val="0C8C98"/>
            </a:solidFill>
            <a:prstDash val="solid"/>
            <a:tailEnd type="triangle" w="med" len="med"/>
          </a:ln>
        </p:spPr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446728CA-A886-467D-A79D-2E4B99D85C3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8C98"/>
                </a:solidFill>
                <a:latin typeface="Arial"/>
                <a:ea typeface="Arial"/>
                <a:cs typeface="Arial"/>
              </a:rPr>
              <a:t>BEYOND RECOMMENDATION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1A38BE-AC4F-4574-B060-1EC561C4871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52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Waveform diagnostics and the digital twin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93EF15-FD58-453C-852E-9C05D71293C8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972800" cy="14288"/>
          </a:xfrm>
          <a:prstGeom prst="rect">
            <a:avLst/>
          </a:prstGeom>
          <a:solidFill>
            <a:srgbClr val="D7E1E3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AA2750-4AB1-457B-A779-322F789DE87A}"/>
              </a:ext>
            </a:extLst>
          </p:cNvPr>
          <p:cNvSpPr>
            <a:spLocks noGrp="1"/>
          </p:cNvSpPr>
          <p:nvPr/>
        </p:nvSpPr>
        <p:spPr>
          <a:xfrm>
            <a:off x="609600" y="6219825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Conceptual circuit view. Briefing checkmarks never authorize physical high-voltage work.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E9BF87-BF6C-4138-999F-578A445C3352}"/>
              </a:ext>
            </a:extLst>
          </p:cNvPr>
          <p:cNvSpPr>
            <a:spLocks noGrp="1"/>
          </p:cNvSpPr>
          <p:nvPr/>
        </p:nvSpPr>
        <p:spPr>
          <a:xfrm>
            <a:off x="10991850" y="6210300"/>
            <a:ext cx="590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ABDBF6-BB1A-490E-B042-4751A087DCB5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1339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Comparison workflow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AB7F15-C2E0-4E16-BD1C-9A95D8C7B3AB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5133975" cy="952500"/>
          </a:xfrm>
          <a:prstGeom prst="rect">
            <a:avLst/>
          </a:prstGeom>
          <a:solidFill>
            <a:srgbClr val="E6F1EF"/>
          </a:solidFill>
          <a:ln w="9525">
            <a:solidFill>
              <a:srgbClr val="D7E1E3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29F01B-E450-44B8-9540-0FD46A7A2113}"/>
              </a:ext>
            </a:extLst>
          </p:cNvPr>
          <p:cNvSpPr>
            <a:spLocks noGrp="1"/>
          </p:cNvSpPr>
          <p:nvPr/>
        </p:nvSpPr>
        <p:spPr>
          <a:xfrm>
            <a:off x="781050" y="2371725"/>
            <a:ext cx="47815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Record what was fired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4F3A94-8F4E-4624-AD57-19F976D474C1}"/>
              </a:ext>
            </a:extLst>
          </p:cNvPr>
          <p:cNvSpPr>
            <a:spLocks noGrp="1"/>
          </p:cNvSpPr>
          <p:nvPr/>
        </p:nvSpPr>
        <p:spPr>
          <a:xfrm>
            <a:off x="781050" y="2771775"/>
            <a:ext cx="47815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Save the actual settings and re-solve.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428B37-C59F-47D9-8CAE-916377A27509}"/>
              </a:ext>
            </a:extLst>
          </p:cNvPr>
          <p:cNvSpPr>
            <a:spLocks noGrp="1"/>
          </p:cNvSpPr>
          <p:nvPr/>
        </p:nvSpPr>
        <p:spPr>
          <a:xfrm>
            <a:off x="609600" y="3514725"/>
            <a:ext cx="5133975" cy="1047750"/>
          </a:xfrm>
          <a:prstGeom prst="rect">
            <a:avLst/>
          </a:prstGeom>
          <a:solidFill>
            <a:srgbClr val="E6F1EF"/>
          </a:solidFill>
          <a:ln w="9525">
            <a:solidFill>
              <a:srgbClr val="D7E1E3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16532C-E2B2-4D10-A332-5FC921D7704E}"/>
              </a:ext>
            </a:extLst>
          </p:cNvPr>
          <p:cNvSpPr>
            <a:spLocks noGrp="1"/>
          </p:cNvSpPr>
          <p:nvPr/>
        </p:nvSpPr>
        <p:spPr>
          <a:xfrm>
            <a:off x="781050" y="3648075"/>
            <a:ext cx="47815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Upload and review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E771C4-A8D1-4207-A85F-2D127B540138}"/>
              </a:ext>
            </a:extLst>
          </p:cNvPr>
          <p:cNvSpPr>
            <a:spLocks noGrp="1"/>
          </p:cNvSpPr>
          <p:nvPr/>
        </p:nvSpPr>
        <p:spPr>
          <a:xfrm>
            <a:off x="781050" y="4048125"/>
            <a:ext cx="47815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CSV or calibrated image, origin and quality.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8B86F3-AFBB-41EF-B95B-B6914174F750}"/>
              </a:ext>
            </a:extLst>
          </p:cNvPr>
          <p:cNvSpPr>
            <a:spLocks noGrp="1"/>
          </p:cNvSpPr>
          <p:nvPr/>
        </p:nvSpPr>
        <p:spPr>
          <a:xfrm>
            <a:off x="609600" y="5076825"/>
            <a:ext cx="51339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C8C98"/>
                </a:solidFill>
                <a:latin typeface="Arial"/>
                <a:ea typeface="Arial"/>
                <a:cs typeface="Arial"/>
              </a:rPr>
              <a:t>Possible causes with uncertainty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1FA6BD-80C4-4857-B9CA-42BCFFE328C3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5133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Component shifts, measurement or model issues.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E46FE7-DD10-4143-8DFC-0C93808E15E5}"/>
              </a:ext>
            </a:extLst>
          </p:cNvPr>
          <p:cNvSpPr>
            <a:spLocks noGrp="1"/>
          </p:cNvSpPr>
          <p:nvPr/>
        </p:nvSpPr>
        <p:spPr>
          <a:xfrm>
            <a:off x="6362700" y="1676400"/>
            <a:ext cx="5219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Conceptual assembly view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9ED7A3-5A2B-4D42-8207-78311CF24E28}"/>
              </a:ext>
            </a:extLst>
          </p:cNvPr>
          <p:cNvSpPr>
            <a:spLocks noGrp="1"/>
          </p:cNvSpPr>
          <p:nvPr/>
        </p:nvSpPr>
        <p:spPr>
          <a:xfrm>
            <a:off x="6362700" y="2343150"/>
            <a:ext cx="1162050" cy="1000125"/>
          </a:xfrm>
          <a:prstGeom prst="rect">
            <a:avLst/>
          </a:prstGeom>
          <a:solidFill>
            <a:srgbClr val="E6F1EF"/>
          </a:solidFill>
          <a:ln w="9525">
            <a:solidFill>
              <a:srgbClr val="D7E1E3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4F1642-CCDA-49D0-9073-72EFA5D63519}"/>
              </a:ext>
            </a:extLst>
          </p:cNvPr>
          <p:cNvSpPr>
            <a:spLocks noGrp="1"/>
          </p:cNvSpPr>
          <p:nvPr/>
        </p:nvSpPr>
        <p:spPr>
          <a:xfrm>
            <a:off x="6477000" y="2486025"/>
            <a:ext cx="10001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Stage 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1F1D39-B824-4AB1-B18F-18A25EB64FD0}"/>
              </a:ext>
            </a:extLst>
          </p:cNvPr>
          <p:cNvSpPr>
            <a:spLocks noGrp="1"/>
          </p:cNvSpPr>
          <p:nvPr/>
        </p:nvSpPr>
        <p:spPr>
          <a:xfrm>
            <a:off x="6477000" y="2924175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Energy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C5B0CE-A1EC-4DD3-94AE-181909A7D85A}"/>
              </a:ext>
            </a:extLst>
          </p:cNvPr>
          <p:cNvSpPr>
            <a:spLocks noGrp="1"/>
          </p:cNvSpPr>
          <p:nvPr/>
        </p:nvSpPr>
        <p:spPr>
          <a:xfrm>
            <a:off x="7715250" y="2343150"/>
            <a:ext cx="1162050" cy="1000125"/>
          </a:xfrm>
          <a:prstGeom prst="rect">
            <a:avLst/>
          </a:prstGeom>
          <a:solidFill>
            <a:srgbClr val="E6F1EF"/>
          </a:solidFill>
          <a:ln w="9525">
            <a:solidFill>
              <a:srgbClr val="D7E1E3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8DE906-2901-4A88-82C1-409B706C0AE5}"/>
              </a:ext>
            </a:extLst>
          </p:cNvPr>
          <p:cNvSpPr>
            <a:spLocks noGrp="1"/>
          </p:cNvSpPr>
          <p:nvPr/>
        </p:nvSpPr>
        <p:spPr>
          <a:xfrm>
            <a:off x="7829550" y="2486025"/>
            <a:ext cx="10001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Front 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208023-12CD-4E13-9800-94EBD45F72B2}"/>
              </a:ext>
            </a:extLst>
          </p:cNvPr>
          <p:cNvSpPr>
            <a:spLocks noGrp="1"/>
          </p:cNvSpPr>
          <p:nvPr/>
        </p:nvSpPr>
        <p:spPr>
          <a:xfrm>
            <a:off x="7829550" y="2924175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Rise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5A294E-CBE2-45B4-B78F-FB3CFD857449}"/>
              </a:ext>
            </a:extLst>
          </p:cNvPr>
          <p:cNvSpPr>
            <a:spLocks noGrp="1"/>
          </p:cNvSpPr>
          <p:nvPr/>
        </p:nvSpPr>
        <p:spPr>
          <a:xfrm>
            <a:off x="9067800" y="2343150"/>
            <a:ext cx="1162050" cy="1000125"/>
          </a:xfrm>
          <a:prstGeom prst="rect">
            <a:avLst/>
          </a:prstGeom>
          <a:solidFill>
            <a:srgbClr val="E6F1EF"/>
          </a:solidFill>
          <a:ln w="9525">
            <a:solidFill>
              <a:srgbClr val="D7E1E3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4F61F8-5308-4B0F-8DEE-A9F0687F2749}"/>
              </a:ext>
            </a:extLst>
          </p:cNvPr>
          <p:cNvSpPr>
            <a:spLocks noGrp="1"/>
          </p:cNvSpPr>
          <p:nvPr/>
        </p:nvSpPr>
        <p:spPr>
          <a:xfrm>
            <a:off x="9182100" y="2486025"/>
            <a:ext cx="10001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Loop 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6C0A26-BAAB-4880-8A1D-53FAEBA0B85C}"/>
              </a:ext>
            </a:extLst>
          </p:cNvPr>
          <p:cNvSpPr>
            <a:spLocks noGrp="1"/>
          </p:cNvSpPr>
          <p:nvPr/>
        </p:nvSpPr>
        <p:spPr>
          <a:xfrm>
            <a:off x="9182100" y="2924175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Ringing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BD84BC-2CCB-4F40-9089-805D43823FCE}"/>
              </a:ext>
            </a:extLst>
          </p:cNvPr>
          <p:cNvSpPr>
            <a:spLocks noGrp="1"/>
          </p:cNvSpPr>
          <p:nvPr/>
        </p:nvSpPr>
        <p:spPr>
          <a:xfrm>
            <a:off x="10420350" y="2343150"/>
            <a:ext cx="1162050" cy="1000125"/>
          </a:xfrm>
          <a:prstGeom prst="rect">
            <a:avLst/>
          </a:prstGeom>
          <a:solidFill>
            <a:srgbClr val="E6F1EF"/>
          </a:solidFill>
          <a:ln w="9525">
            <a:solidFill>
              <a:srgbClr val="D7E1E3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49CAA2-3158-4DBB-BAEA-6313ED4F6FF3}"/>
              </a:ext>
            </a:extLst>
          </p:cNvPr>
          <p:cNvSpPr>
            <a:spLocks noGrp="1"/>
          </p:cNvSpPr>
          <p:nvPr/>
        </p:nvSpPr>
        <p:spPr>
          <a:xfrm>
            <a:off x="10534650" y="2486025"/>
            <a:ext cx="10001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Load 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2EE4BE-1F57-4E14-A54D-F46B26E92ABE}"/>
              </a:ext>
            </a:extLst>
          </p:cNvPr>
          <p:cNvSpPr>
            <a:spLocks noGrp="1"/>
          </p:cNvSpPr>
          <p:nvPr/>
        </p:nvSpPr>
        <p:spPr>
          <a:xfrm>
            <a:off x="10534650" y="2924175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Object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C5C45A-71D6-426E-950A-E7718EB7739B}"/>
              </a:ext>
            </a:extLst>
          </p:cNvPr>
          <p:cNvSpPr>
            <a:spLocks noGrp="1"/>
          </p:cNvSpPr>
          <p:nvPr/>
        </p:nvSpPr>
        <p:spPr>
          <a:xfrm>
            <a:off x="6362700" y="3838575"/>
            <a:ext cx="1714500" cy="847725"/>
          </a:xfrm>
          <a:prstGeom prst="rect">
            <a:avLst/>
          </a:prstGeom>
          <a:solidFill>
            <a:srgbClr val="E6F1EF"/>
          </a:solidFill>
          <a:ln w="9525">
            <a:solidFill>
              <a:srgbClr val="D7E1E3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694D70F-DC23-4C81-990A-8F412F849C34}"/>
              </a:ext>
            </a:extLst>
          </p:cNvPr>
          <p:cNvSpPr>
            <a:spLocks noGrp="1"/>
          </p:cNvSpPr>
          <p:nvPr/>
        </p:nvSpPr>
        <p:spPr>
          <a:xfrm>
            <a:off x="6515100" y="3971925"/>
            <a:ext cx="1409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Tail 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D1DB47-1394-4DA7-9FA5-3F9EE88CF66C}"/>
              </a:ext>
            </a:extLst>
          </p:cNvPr>
          <p:cNvSpPr>
            <a:spLocks noGrp="1"/>
          </p:cNvSpPr>
          <p:nvPr/>
        </p:nvSpPr>
        <p:spPr>
          <a:xfrm>
            <a:off x="6515100" y="4305300"/>
            <a:ext cx="1409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Decay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3AB587-03E4-4B42-AABA-1ADACEF4259A}"/>
              </a:ext>
            </a:extLst>
          </p:cNvPr>
          <p:cNvSpPr>
            <a:spLocks noGrp="1"/>
          </p:cNvSpPr>
          <p:nvPr/>
        </p:nvSpPr>
        <p:spPr>
          <a:xfrm>
            <a:off x="8382000" y="3895725"/>
            <a:ext cx="32004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8C98"/>
                </a:solidFill>
                <a:latin typeface="Arial"/>
                <a:ea typeface="Arial"/>
                <a:cs typeface="Arial"/>
              </a:rPr>
              <a:t>Five virtual component groups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49AD727-5767-4F0F-89A8-1C8C2365CF37}"/>
              </a:ext>
            </a:extLst>
          </p:cNvPr>
          <p:cNvSpPr>
            <a:spLocks noGrp="1"/>
          </p:cNvSpPr>
          <p:nvPr/>
        </p:nvSpPr>
        <p:spPr>
          <a:xfrm>
            <a:off x="6362700" y="5076825"/>
            <a:ext cx="52197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Inspect RLC values, place components digitally and review safety at each step.</a:t>
            </a:r>
          </a:p>
        </p:txBody>
      </p:sp>
    </p:spTree>
    <p:extLst>
      <p:ext uri="{BB962C8B-B14F-4D97-AF65-F5344CB8AC3E}">
        <p14:creationId xmlns:p14="http://schemas.microsoft.com/office/powerpoint/2010/main" val="1394757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5F5B580-A9F3-47E8-A2D6-B927C5CBEAE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8C98"/>
                </a:solidFill>
                <a:latin typeface="Arial"/>
                <a:ea typeface="Arial"/>
                <a:cs typeface="Arial"/>
              </a:rPr>
              <a:t>FAULT TEST LAB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7BBD13-EC3D-4970-8BCA-90E57A2E905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52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Chopped impulses and generator stage failure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3E51B1-DEA2-4DE1-AA61-3D824A12BE98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972800" cy="14288"/>
          </a:xfrm>
          <a:prstGeom prst="rect">
            <a:avLst/>
          </a:prstGeom>
          <a:solidFill>
            <a:srgbClr val="D7E1E3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BD0363-A112-4AEA-924D-064BC7A52594}"/>
              </a:ext>
            </a:extLst>
          </p:cNvPr>
          <p:cNvSpPr>
            <a:spLocks noGrp="1"/>
          </p:cNvSpPr>
          <p:nvPr/>
        </p:nvSpPr>
        <p:spPr>
          <a:xfrm>
            <a:off x="609600" y="6219825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Generated scenarios at fixed original charge. Results depend on the stated fault topology.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562777-150A-4CAF-BCB3-631B6FEEDCCE}"/>
              </a:ext>
            </a:extLst>
          </p:cNvPr>
          <p:cNvSpPr>
            <a:spLocks noGrp="1"/>
          </p:cNvSpPr>
          <p:nvPr/>
        </p:nvSpPr>
        <p:spPr>
          <a:xfrm>
            <a:off x="10991850" y="6210300"/>
            <a:ext cx="590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0250F0-145C-4557-A811-C92BE8F4AD75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334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Front and tail chopping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E18969-72A6-46F3-BAD9-BC367620568A}"/>
              </a:ext>
            </a:extLst>
          </p:cNvPr>
          <p:cNvSpPr>
            <a:spLocks noGrp="1"/>
          </p:cNvSpPr>
          <p:nvPr/>
        </p:nvSpPr>
        <p:spPr>
          <a:xfrm>
            <a:off x="6477000" y="1676400"/>
            <a:ext cx="5105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One stage fails to contribute</a:t>
            </a:r>
          </a:p>
        </p:txBody>
      </p:sp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5D786B27-7ADC-4067-9214-7BE1E5ED9C5C}"/>
              </a:ext>
            </a:extLst>
          </p:cNvPr>
          <p:cNvGraphicFramePr/>
          <p:nvPr/>
        </p:nvGraphicFramePr>
        <p:xfrm>
          <a:off x="609600" y="2181225"/>
          <a:ext cx="5286375" cy="3028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">
            <a:extLst>
              <a:ext uri="{FF2B5EF4-FFF2-40B4-BE49-F238E27FC236}">
                <a16:creationId xmlns:a16="http://schemas.microsoft.com/office/drawing/2014/main" id="{44745DD2-A067-4A98-9A9C-06593EDA2E9D}"/>
              </a:ext>
            </a:extLst>
          </p:cNvPr>
          <p:cNvGraphicFramePr/>
          <p:nvPr/>
        </p:nvGraphicFramePr>
        <p:xfrm>
          <a:off x="6477000" y="2181225"/>
          <a:ext cx="5105400" cy="3028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67404670-C4BC-43CC-A6A5-A8D3BDE8370F}"/>
              </a:ext>
            </a:extLst>
          </p:cNvPr>
          <p:cNvSpPr>
            <a:spLocks noGrp="1"/>
          </p:cNvSpPr>
          <p:nvPr/>
        </p:nvSpPr>
        <p:spPr>
          <a:xfrm>
            <a:off x="942975" y="5324475"/>
            <a:ext cx="5048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Front chop 1.06 µs</a:t>
            </a:r>
          </a:p>
          <a:p>
            <a:pPr algn="l">
              <a:defRPr sz="187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Tail chop 4.25 µs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51E952-0EBE-453A-AD52-F4069C0ACC65}"/>
              </a:ext>
            </a:extLst>
          </p:cNvPr>
          <p:cNvSpPr>
            <a:spLocks noGrp="1"/>
          </p:cNvSpPr>
          <p:nvPr/>
        </p:nvSpPr>
        <p:spPr>
          <a:xfrm>
            <a:off x="6810375" y="5324475"/>
            <a:ext cx="47910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Uncharged crest: 1,295.5 kV (−9.1%)</a:t>
            </a:r>
          </a:p>
          <a:p>
            <a:pPr algn="l">
              <a:defRPr sz="187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Bypassed crest: 1,312.3 kV (−7.9%)</a:t>
            </a:r>
          </a:p>
        </p:txBody>
      </p:sp>
    </p:spTree>
    <p:extLst>
      <p:ext uri="{BB962C8B-B14F-4D97-AF65-F5344CB8AC3E}">
        <p14:creationId xmlns:p14="http://schemas.microsoft.com/office/powerpoint/2010/main" val="1891550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DDFF258-C4E7-4773-8E46-310EA20F7F5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8C98"/>
                </a:solidFill>
                <a:latin typeface="Arial"/>
                <a:ea typeface="Arial"/>
                <a:cs typeface="Arial"/>
              </a:rPr>
              <a:t>WHAT WE CAN DEMONSTRATE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464636-A4BA-4605-928D-9EAB953B7B0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52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Verification evidence and calibration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C51FD3-9D20-4BE2-B1E9-EAB827169206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972800" cy="14288"/>
          </a:xfrm>
          <a:prstGeom prst="rect">
            <a:avLst/>
          </a:prstGeom>
          <a:solidFill>
            <a:srgbClr val="D7E1E3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5A78C4-CF5B-487A-A2E2-792B5B1FBFEB}"/>
              </a:ext>
            </a:extLst>
          </p:cNvPr>
          <p:cNvSpPr>
            <a:spLocks noGrp="1"/>
          </p:cNvSpPr>
          <p:nvPr/>
        </p:nvSpPr>
        <p:spPr>
          <a:xfrm>
            <a:off x="10991850" y="6210300"/>
            <a:ext cx="590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253C67-71D8-4E4A-BBDA-46BBB80E392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71247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Noiseless generated calibration study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C17254BC-4FEB-4CE5-BF1C-7717457571A6}"/>
              </a:ext>
            </a:extLst>
          </p:cNvPr>
          <p:cNvGraphicFramePr/>
          <p:nvPr/>
        </p:nvGraphicFramePr>
        <p:xfrm>
          <a:off x="609600" y="2181225"/>
          <a:ext cx="7124700" cy="3076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840A7F8-651F-479F-9201-A1ED31EE5DA1}"/>
              </a:ext>
            </a:extLst>
          </p:cNvPr>
          <p:cNvSpPr>
            <a:spLocks noGrp="1"/>
          </p:cNvSpPr>
          <p:nvPr/>
        </p:nvSpPr>
        <p:spPr>
          <a:xfrm>
            <a:off x="866775" y="5448300"/>
            <a:ext cx="7048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8C98"/>
                </a:solidFill>
                <a:latin typeface="Arial"/>
                <a:ea typeface="Arial"/>
                <a:cs typeface="Arial"/>
              </a:rPr>
              <a:t>6 / 12 to 12 / 12 passing new setups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8975C7-27ED-4B27-BD69-C30AC5014B8B}"/>
              </a:ext>
            </a:extLst>
          </p:cNvPr>
          <p:cNvSpPr>
            <a:spLocks noGrp="1"/>
          </p:cNvSpPr>
          <p:nvPr/>
        </p:nvSpPr>
        <p:spPr>
          <a:xfrm>
            <a:off x="8239125" y="1781175"/>
            <a:ext cx="33432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438 backend tests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1A4174-88E0-487A-B8AB-A5E042DCDC1C}"/>
              </a:ext>
            </a:extLst>
          </p:cNvPr>
          <p:cNvSpPr>
            <a:spLocks noGrp="1"/>
          </p:cNvSpPr>
          <p:nvPr/>
        </p:nvSpPr>
        <p:spPr>
          <a:xfrm>
            <a:off x="8239125" y="2266950"/>
            <a:ext cx="33432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28 frontend tests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86E4BF-3FD8-4D2D-967E-B4AE0E658610}"/>
              </a:ext>
            </a:extLst>
          </p:cNvPr>
          <p:cNvSpPr>
            <a:spLocks noGrp="1"/>
          </p:cNvSpPr>
          <p:nvPr/>
        </p:nvSpPr>
        <p:spPr>
          <a:xfrm>
            <a:off x="8239125" y="3105150"/>
            <a:ext cx="33432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4242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42E"/>
                </a:solidFill>
                <a:latin typeface="Arial"/>
                <a:ea typeface="Arial"/>
                <a:cs typeface="Arial"/>
              </a:rPr>
              <a:t>36 / 36 expected outcomes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A57745-173F-4E44-ADFA-C024EB8D329D}"/>
              </a:ext>
            </a:extLst>
          </p:cNvPr>
          <p:cNvSpPr>
            <a:spLocks noGrp="1"/>
          </p:cNvSpPr>
          <p:nvPr/>
        </p:nvSpPr>
        <p:spPr>
          <a:xfrm>
            <a:off x="8239125" y="3857625"/>
            <a:ext cx="33432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27 recommendations</a:t>
            </a:r>
          </a:p>
          <a:p>
            <a:pPr algn="l">
              <a:defRPr sz="1875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9 expected rejections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667E95-B927-45FF-B7FB-A9136C27E376}"/>
              </a:ext>
            </a:extLst>
          </p:cNvPr>
          <p:cNvSpPr>
            <a:spLocks noGrp="1"/>
          </p:cNvSpPr>
          <p:nvPr/>
        </p:nvSpPr>
        <p:spPr>
          <a:xfrm>
            <a:off x="8239125" y="5010150"/>
            <a:ext cx="33432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0C8C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C8C98"/>
                </a:solidFill>
                <a:latin typeface="Arial"/>
                <a:ea typeface="Arial"/>
                <a:cs typeface="Arial"/>
              </a:rPr>
              <a:t>7 / 7 fault gates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F9736E-0DEB-4EE1-99DE-6066690898B4}"/>
              </a:ext>
            </a:extLst>
          </p:cNvPr>
          <p:cNvSpPr>
            <a:spLocks noGrp="1"/>
          </p:cNvSpPr>
          <p:nvPr/>
        </p:nvSpPr>
        <p:spPr>
          <a:xfrm>
            <a:off x="8239125" y="5486400"/>
            <a:ext cx="33432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51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6B"/>
                </a:solidFill>
                <a:latin typeface="Arial"/>
                <a:ea typeface="Arial"/>
                <a:cs typeface="Arial"/>
              </a:rPr>
              <a:t>Independent numerical checks</a:t>
            </a:r>
          </a:p>
        </p:txBody>
      </p:sp>
    </p:spTree>
    <p:extLst>
      <p:ext uri="{BB962C8B-B14F-4D97-AF65-F5344CB8AC3E}">
        <p14:creationId xmlns:p14="http://schemas.microsoft.com/office/powerpoint/2010/main" val="167433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D4C97C7-5D33-4A65-8F59-D1CEB32E66D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55D4E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55D4E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D4E2"/>
                </a:solidFill>
                <a:latin typeface="Arial"/>
                <a:ea typeface="Arial"/>
                <a:cs typeface="Arial"/>
              </a:rPr>
              <a:t>IMPULSETWIN 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B12FCF-0124-4960-8DDE-89FFEC23906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36616F-7E0F-4884-94A0-8A597E23B31C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9728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working decision-support tool for</a:t>
            </a:r>
          </a:p>
          <a:p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high-voltage impulse testing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CF5951-717F-45D4-9D5C-97D57CB3E106}"/>
              </a:ext>
            </a:extLst>
          </p:cNvPr>
          <p:cNvSpPr>
            <a:spLocks noGrp="1"/>
          </p:cNvSpPr>
          <p:nvPr/>
        </p:nvSpPr>
        <p:spPr>
          <a:xfrm>
            <a:off x="609600" y="3181350"/>
            <a:ext cx="50292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55D4E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55D4E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D4E2"/>
                </a:solidFill>
                <a:latin typeface="Arial"/>
                <a:ea typeface="Arial"/>
                <a:cs typeface="Arial"/>
              </a:rPr>
              <a:t>Engineering value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699028-D0E9-4D99-9092-3A7436E7ECF8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5029200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Recommended settings come with</a:t>
            </a:r>
          </a:p>
          <a:p>
            <a:pPr algn="l">
              <a:defRPr sz="202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predicted waveforms and clear assumptions.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C3FDAB-591F-4DEA-816A-B37EA0D849A6}"/>
              </a:ext>
            </a:extLst>
          </p:cNvPr>
          <p:cNvSpPr>
            <a:spLocks noGrp="1"/>
          </p:cNvSpPr>
          <p:nvPr/>
        </p:nvSpPr>
        <p:spPr>
          <a:xfrm>
            <a:off x="6438900" y="3181350"/>
            <a:ext cx="514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55D4E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55D4E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D4E2"/>
                </a:solidFill>
                <a:latin typeface="Arial"/>
                <a:ea typeface="Arial"/>
                <a:cs typeface="Arial"/>
              </a:rPr>
              <a:t>Extended capabilities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6EE83F-965F-431D-B5C3-8923210535A6}"/>
              </a:ext>
            </a:extLst>
          </p:cNvPr>
          <p:cNvSpPr>
            <a:spLocks noGrp="1"/>
          </p:cNvSpPr>
          <p:nvPr/>
        </p:nvSpPr>
        <p:spPr>
          <a:xfrm>
            <a:off x="6438900" y="3705225"/>
            <a:ext cx="5143500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Waveform diagnostics, virtual assembly</a:t>
            </a:r>
          </a:p>
          <a:p>
            <a:pPr algn="l">
              <a:defRPr sz="202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and fixed-charge fault simulations.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8E8537-5D91-462E-ADD1-26125638B490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Software checks and generated studies support the prototype.</a:t>
            </a:r>
          </a:p>
          <a:p>
            <a:pPr algn="l">
              <a:defRPr sz="1875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Independent CPRI laboratory accuracy still needs validation.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66856F-3E61-4FB7-B9E0-9F313BE8EBC1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55D4E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55D4E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D4E2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ADD0F0-96EA-4A7C-8B81-BFE409E61C64}"/>
              </a:ext>
            </a:extLst>
          </p:cNvPr>
          <p:cNvSpPr>
            <a:spLocks noGrp="1"/>
          </p:cNvSpPr>
          <p:nvPr/>
        </p:nvSpPr>
        <p:spPr>
          <a:xfrm>
            <a:off x="6438900" y="5657850"/>
            <a:ext cx="514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1875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E5E963-4A61-4EFA-B7C6-FA8F9C4D1C4D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972800" cy="14288"/>
          </a:xfrm>
          <a:prstGeom prst="rect">
            <a:avLst/>
          </a:prstGeom>
          <a:solidFill>
            <a:srgbClr val="30444E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517666-BFD9-4975-9427-057C03368D98}"/>
              </a:ext>
            </a:extLst>
          </p:cNvPr>
          <p:cNvSpPr>
            <a:spLocks noGrp="1"/>
          </p:cNvSpPr>
          <p:nvPr/>
        </p:nvSpPr>
        <p:spPr>
          <a:xfrm>
            <a:off x="609600" y="6219825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ImpulseTwin AI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AA1145-6D98-4D6F-9256-F22D6266CD58}"/>
              </a:ext>
            </a:extLst>
          </p:cNvPr>
          <p:cNvSpPr>
            <a:spLocks noGrp="1"/>
          </p:cNvSpPr>
          <p:nvPr/>
        </p:nvSpPr>
        <p:spPr>
          <a:xfrm>
            <a:off x="10991850" y="6210300"/>
            <a:ext cx="590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AABD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DC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00371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640</Words>
  <Application>Microsoft Macintosh PowerPoint</Application>
  <DocSecurity>0</DocSecurity>
  <PresentationFormat>Widescreen</PresentationFormat>
  <Paragraphs>137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Kunthunath N</cp:lastModifiedBy>
  <cp:revision>2</cp:revision>
  <dcterms:created xsi:type="dcterms:W3CDTF">2026-10-11T03:28:34Z</dcterms:created>
  <dcterms:modified xsi:type="dcterms:W3CDTF">2026-10-11T04:04:02Z</dcterms:modified>
</cp:coreProperties>
</file>